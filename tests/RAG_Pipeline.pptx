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· Full pipeline with technologies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15568"/>
            <a:ext cx="4114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887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7957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39903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parse raw documents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1536192"/>
            <a:ext cx="157276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5361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(Bullminder)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22576" y="1536192"/>
            <a:ext cx="95554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536192"/>
            <a:ext cx="9555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Vision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69564" y="1536192"/>
            <a:ext cx="122986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9564" y="1536192"/>
            <a:ext cx="122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PDF/Image/Table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08860" y="1773936"/>
            <a:ext cx="0" cy="118872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" y="189280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892808"/>
            <a:ext cx="4114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96596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19568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17627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docs into segments · hybrid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" y="2313432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1343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499616" y="2313432"/>
            <a:ext cx="88696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2313432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308860" y="2551176"/>
            <a:ext cx="0" cy="118872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74320" y="267004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670048"/>
            <a:ext cx="41148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274320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27340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" y="295351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chunks to dense vectors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" y="3090672"/>
            <a:ext cx="61264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090672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308860" y="3328416"/>
            <a:ext cx="0" cy="118872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4320" y="344728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7C6FC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447288"/>
            <a:ext cx="41148" cy="658368"/>
          </a:xfrm>
          <a:prstGeom prst="rect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520440"/>
            <a:ext cx="256032" cy="256032"/>
          </a:xfrm>
          <a:prstGeom prst="ellipse">
            <a:avLst/>
          </a:prstGeom>
          <a:solidFill>
            <a:srgbClr val="7C6FCD"/>
          </a:solidFill>
          <a:ln w="12700">
            <a:solidFill>
              <a:srgbClr val="7C6F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8368" y="35112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" y="373075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vectors + metadata in DB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8368" y="3867912"/>
            <a:ext cx="61264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7C6FC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3867912"/>
            <a:ext cx="612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362456" y="3867912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7C6F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62456" y="386791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03704" y="3867912"/>
            <a:ext cx="81838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7C6FC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03704" y="3867912"/>
            <a:ext cx="8183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6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800600" y="1115568"/>
            <a:ext cx="4069080" cy="1389888"/>
          </a:xfrm>
          <a:prstGeom prst="rect">
            <a:avLst/>
          </a:prstGeom>
          <a:solidFill>
            <a:srgbClr val="162236"/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1115568"/>
            <a:ext cx="41148" cy="1389888"/>
          </a:xfrm>
          <a:prstGeom prst="rect">
            <a:avLst/>
          </a:prstGeom>
          <a:solidFill>
            <a:srgbClr val="F4A32B"/>
          </a:solidFill>
          <a:ln w="12700">
            <a:solidFill>
              <a:srgbClr val="F4A3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752" y="1188720"/>
            <a:ext cx="256032" cy="256032"/>
          </a:xfrm>
          <a:prstGeom prst="ellipse">
            <a:avLst/>
          </a:prstGeom>
          <a:solidFill>
            <a:srgbClr val="F4A32B"/>
          </a:solidFill>
          <a:ln w="12700">
            <a:solidFill>
              <a:srgbClr val="F4A3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84648" y="117957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(hybrid)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92040" y="1499616"/>
            <a:ext cx="896112" cy="274320"/>
          </a:xfrm>
          <a:prstGeom prst="rect">
            <a:avLst/>
          </a:prstGeom>
          <a:solidFill>
            <a:srgbClr val="1E304A"/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14996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788152" y="1636776"/>
            <a:ext cx="109728" cy="0"/>
          </a:xfrm>
          <a:prstGeom prst="line">
            <a:avLst/>
          </a:prstGeom>
          <a:noFill/>
          <a:ln w="10160">
            <a:solidFill>
              <a:srgbClr val="F4A32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897880" y="1499616"/>
            <a:ext cx="896112" cy="274320"/>
          </a:xfrm>
          <a:prstGeom prst="rect">
            <a:avLst/>
          </a:prstGeom>
          <a:solidFill>
            <a:srgbClr val="1E304A"/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97880" y="14996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Rephrase · Llama-4-Scout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93992" y="1636776"/>
            <a:ext cx="109728" cy="0"/>
          </a:xfrm>
          <a:prstGeom prst="line">
            <a:avLst/>
          </a:prstGeom>
          <a:noFill/>
          <a:ln w="10160">
            <a:solidFill>
              <a:srgbClr val="F4A32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903720" y="1499616"/>
            <a:ext cx="896112" cy="274320"/>
          </a:xfrm>
          <a:prstGeom prst="rect">
            <a:avLst/>
          </a:prstGeom>
          <a:solidFill>
            <a:srgbClr val="1E304A"/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14996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· BGE-M3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799832" y="1636776"/>
            <a:ext cx="109728" cy="0"/>
          </a:xfrm>
          <a:prstGeom prst="line">
            <a:avLst/>
          </a:prstGeom>
          <a:noFill/>
          <a:ln w="10160">
            <a:solidFill>
              <a:srgbClr val="F4A32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909560" y="1499616"/>
            <a:ext cx="896112" cy="274320"/>
          </a:xfrm>
          <a:prstGeom prst="rect">
            <a:avLst/>
          </a:prstGeom>
          <a:solidFill>
            <a:srgbClr val="1E304A"/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149961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172200" y="1920240"/>
            <a:ext cx="1463040" cy="329184"/>
          </a:xfrm>
          <a:prstGeom prst="rect">
            <a:avLst/>
          </a:prstGeom>
          <a:solidFill>
            <a:srgbClr val="1A2E45"/>
          </a:solidFill>
          <a:ln w="8890">
            <a:solidFill>
              <a:srgbClr val="F45B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72200" y="19202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good?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680960" y="19202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093208" y="1920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45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new chunks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835140" y="2505456"/>
            <a:ext cx="0" cy="118872"/>
          </a:xfrm>
          <a:prstGeom prst="line">
            <a:avLst/>
          </a:prstGeom>
          <a:noFill/>
          <a:ln w="15240">
            <a:solidFill>
              <a:srgbClr val="3A8EF6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800600" y="262432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3A8E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2624328"/>
            <a:ext cx="41148" cy="658368"/>
          </a:xfrm>
          <a:prstGeom prst="rect">
            <a:avLst/>
          </a:prstGeom>
          <a:solidFill>
            <a:srgbClr val="3A8EF6"/>
          </a:solidFill>
          <a:ln w="12700">
            <a:solidFill>
              <a:srgbClr val="3A8E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73752" y="2697480"/>
            <a:ext cx="256032" cy="256032"/>
          </a:xfrm>
          <a:prstGeom prst="ellipse">
            <a:avLst/>
          </a:prstGeom>
          <a:solidFill>
            <a:srgbClr val="3A8EF6"/>
          </a:solidFill>
          <a:ln w="12700">
            <a:solidFill>
              <a:srgbClr val="3A8E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73752" y="2697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184648" y="26883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84648" y="290779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 from retrieved context · queries #5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184648" y="3044952"/>
            <a:ext cx="136702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3A8E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84648" y="3044952"/>
            <a:ext cx="13670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8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Llama-4-Scout-17B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43116" y="3044952"/>
            <a:ext cx="47548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3A8E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43116" y="30449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8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835140" y="3282696"/>
            <a:ext cx="0" cy="118872"/>
          </a:xfrm>
          <a:prstGeom prst="line">
            <a:avLst/>
          </a:prstGeom>
          <a:noFill/>
          <a:ln w="15240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800600" y="3401568"/>
            <a:ext cx="4069080" cy="658368"/>
          </a:xfrm>
          <a:prstGeom prst="rect">
            <a:avLst/>
          </a:prstGeom>
          <a:solidFill>
            <a:srgbClr val="162236"/>
          </a:solidFill>
          <a:ln w="6350">
            <a:solidFill>
              <a:srgbClr val="3DDC9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800600" y="3401568"/>
            <a:ext cx="41148" cy="658368"/>
          </a:xfrm>
          <a:prstGeom prst="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873752" y="3474720"/>
            <a:ext cx="256032" cy="256032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73752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184648" y="346557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184648" y="368503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conversation turn · multi-turn memory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184648" y="3822192"/>
            <a:ext cx="1435608" cy="182880"/>
          </a:xfrm>
          <a:prstGeom prst="roundRect">
            <a:avLst>
              <a:gd name="adj" fmla="val 25000"/>
            </a:avLst>
          </a:prstGeom>
          <a:solidFill>
            <a:srgbClr val="1E304A"/>
          </a:solidFill>
          <a:ln w="6350">
            <a:solidFill>
              <a:srgbClr val="3DDC9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84648" y="382219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store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343400" y="3648456"/>
            <a:ext cx="457200" cy="0"/>
          </a:xfrm>
          <a:prstGeom prst="line">
            <a:avLst/>
          </a:prstGeom>
          <a:noFill/>
          <a:ln w="12700">
            <a:solidFill>
              <a:srgbClr val="7C6FCD"/>
            </a:solidFill>
            <a:prstDash val="dash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274320" y="932688"/>
            <a:ext cx="1005840" cy="164592"/>
          </a:xfrm>
          <a:prstGeom prst="rect">
            <a:avLst/>
          </a:prstGeom>
          <a:solidFill>
            <a:srgbClr val="00C9A7">
              <a:alpha val="20000"/>
            </a:srgbClr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4320" y="932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800600" y="932688"/>
            <a:ext cx="1005840" cy="164592"/>
          </a:xfrm>
          <a:prstGeom prst="rect">
            <a:avLst/>
          </a:prstGeom>
          <a:solidFill>
            <a:srgbClr val="F4A32B">
              <a:alpha val="20000"/>
            </a:srgbClr>
          </a:solidFill>
          <a:ln w="6350">
            <a:solidFill>
              <a:srgbClr val="F4A32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00600" y="932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A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Llama-4-Scout-17B-16E-Instruct  ·  BGE-M3  ·  Docling  ·  Groq Vision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2026-03-25T09:16:48Z</dcterms:created>
  <dcterms:modified xsi:type="dcterms:W3CDTF">2026-03-25T09:16:48Z</dcterms:modified>
</cp:coreProperties>
</file>