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Catamaran"/>
      <p:regular r:id="rId27"/>
      <p:bold r:id="rId28"/>
    </p:embeddedFont>
    <p:embeddedFont>
      <p:font typeface="Bebas Neue"/>
      <p:regular r:id="rId29"/>
    </p:embeddedFont>
    <p:embeddedFont>
      <p:font typeface="Red Hat Tex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F9F88C-24EA-4503-BEFD-2516B55A8130}">
  <a:tblStyle styleId="{FEF9F88C-24EA-4503-BEFD-2516B55A813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E22C271-5DBD-4BEF-B7F7-6DDFC35896C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atamaran-bold.fntdata"/><Relationship Id="rId27" Type="http://schemas.openxmlformats.org/officeDocument/2006/relationships/font" Target="fonts/Catamaran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ebas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edHatText-bold.fntdata"/><Relationship Id="rId30" Type="http://schemas.openxmlformats.org/officeDocument/2006/relationships/font" Target="fonts/RedHatText-regular.fntdata"/><Relationship Id="rId11" Type="http://schemas.openxmlformats.org/officeDocument/2006/relationships/slide" Target="slides/slide6.xml"/><Relationship Id="rId33" Type="http://schemas.openxmlformats.org/officeDocument/2006/relationships/font" Target="fonts/RedHatText-boldItalic.fntdata"/><Relationship Id="rId10" Type="http://schemas.openxmlformats.org/officeDocument/2006/relationships/slide" Target="slides/slide5.xml"/><Relationship Id="rId32" Type="http://schemas.openxmlformats.org/officeDocument/2006/relationships/font" Target="fonts/RedHatTex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3db025686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3db025686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eb34149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eb34149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3dd64163a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3dd64163a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eb34149f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eb34149f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eb34149f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eb34149f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eb34149f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aeb34149f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3dd64163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3dd64163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3dd64163a3_0_37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3dd64163a3_0_37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eb34149f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eb34149f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eb34149f3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eb34149f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3dd64163a3_0_37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3dd64163a3_0_37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Slide 23: Agent 3 - XAI Examples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Content: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COVID-19 Case Example: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Grad-CAM:</a:t>
            </a:r>
            <a:r>
              <a:rPr lang="en">
                <a:solidFill>
                  <a:schemeClr val="dk1"/>
                </a:solidFill>
              </a:rPr>
              <a:t> Highlights bilateral ground-glass opacities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LIME:</a:t>
            </a:r>
            <a:r>
              <a:rPr lang="en">
                <a:solidFill>
                  <a:schemeClr val="dk1"/>
                </a:solidFill>
              </a:rPr>
              <a:t> Shows lower lung fields as positive contributors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Interpretation:</a:t>
            </a:r>
            <a:r>
              <a:rPr lang="en">
                <a:solidFill>
                  <a:schemeClr val="dk1"/>
                </a:solidFill>
              </a:rPr>
              <a:t> Model focuses on correct diagnostic regions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Normal Case Example: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Grad-CAM:</a:t>
            </a:r>
            <a:r>
              <a:rPr lang="en">
                <a:solidFill>
                  <a:schemeClr val="dk1"/>
                </a:solidFill>
              </a:rPr>
              <a:t> Uniform low activation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LIME:</a:t>
            </a:r>
            <a:r>
              <a:rPr lang="en">
                <a:solidFill>
                  <a:schemeClr val="dk1"/>
                </a:solidFill>
              </a:rPr>
              <a:t> No strong positive segments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Interpretation:</a:t>
            </a:r>
            <a:r>
              <a:rPr lang="en">
                <a:solidFill>
                  <a:schemeClr val="dk1"/>
                </a:solidFill>
              </a:rPr>
              <a:t> No pathological patterns detected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Pneumonia Case Example: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Grad-CAM:</a:t>
            </a:r>
            <a:r>
              <a:rPr lang="en">
                <a:solidFill>
                  <a:schemeClr val="dk1"/>
                </a:solidFill>
              </a:rPr>
              <a:t> Focal consolidation areas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LIME:</a:t>
            </a:r>
            <a:r>
              <a:rPr lang="en">
                <a:solidFill>
                  <a:schemeClr val="dk1"/>
                </a:solidFill>
              </a:rPr>
              <a:t> Localized positive segments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Interpretation:</a:t>
            </a:r>
            <a:r>
              <a:rPr lang="en">
                <a:solidFill>
                  <a:schemeClr val="dk1"/>
                </a:solidFill>
              </a:rPr>
              <a:t> Bacterial infiltration patterns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Clinical Value: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Validates model reasoning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Builds radiologist trust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Educational tool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Visuals: Real examples with X-rays + heatmaps side by side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3e61ce0e6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3e61ce0e6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eb34149f3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aeb34149f3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eb34149f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aeb34149f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eb34149f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aeb34149f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eb34149f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aeb34149f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eb34149f3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aeb34149f3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eb34149f3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eb34149f3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eb34149f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aeb34149f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3e61ce0e6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3e61ce0e6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349675" y="1079513"/>
            <a:ext cx="5081100" cy="249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349675" y="3654485"/>
            <a:ext cx="50811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6780826">
            <a:off x="6463817" y="-356334"/>
            <a:ext cx="4207360" cy="2863838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2117780" y="-1113275"/>
            <a:ext cx="3359537" cy="2267502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016175" y="4467009"/>
            <a:ext cx="4691713" cy="2694786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 rot="4748576">
            <a:off x="-1151967" y="3691100"/>
            <a:ext cx="3359447" cy="226744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391925" y="2438075"/>
            <a:ext cx="4360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2996550" y="1291475"/>
            <a:ext cx="3150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391925" y="3238225"/>
            <a:ext cx="43602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 rot="-1281699">
            <a:off x="-1104364" y="-946156"/>
            <a:ext cx="4691843" cy="2694861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 rot="-8100000">
            <a:off x="-1302380" y="3912772"/>
            <a:ext cx="4207354" cy="2863834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 rot="-5720159">
            <a:off x="4985443" y="-910785"/>
            <a:ext cx="5350831" cy="3611662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 rot="-10432440">
            <a:off x="4809186" y="4053024"/>
            <a:ext cx="4691882" cy="2694884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2158650" y="1514225"/>
            <a:ext cx="4826700" cy="25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 rot="4912476">
            <a:off x="7309832" y="-1303203"/>
            <a:ext cx="4207469" cy="2863912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397048" y="4583801"/>
            <a:ext cx="5602646" cy="3217827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 rot="6529721">
            <a:off x="-2932850" y="875603"/>
            <a:ext cx="4691670" cy="2694762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290763" y="3409150"/>
            <a:ext cx="290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2" type="subTitle"/>
          </p:nvPr>
        </p:nvSpPr>
        <p:spPr>
          <a:xfrm>
            <a:off x="4945638" y="3409150"/>
            <a:ext cx="290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3" type="subTitle"/>
          </p:nvPr>
        </p:nvSpPr>
        <p:spPr>
          <a:xfrm>
            <a:off x="1290763" y="2831900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4" type="subTitle"/>
          </p:nvPr>
        </p:nvSpPr>
        <p:spPr>
          <a:xfrm>
            <a:off x="4945638" y="2831900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 flipH="1" rot="6780826">
            <a:off x="-2081067" y="-356334"/>
            <a:ext cx="4207360" cy="2863838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 flipH="1">
            <a:off x="7348352" y="-1113275"/>
            <a:ext cx="3359537" cy="2267502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 flipH="1" rot="-4748576">
            <a:off x="6382630" y="3691100"/>
            <a:ext cx="3359447" cy="226744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 flipH="1">
            <a:off x="-819411" y="3437075"/>
            <a:ext cx="4000986" cy="2700445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" name="Google Shape;41;p6"/>
          <p:cNvSpPr/>
          <p:nvPr/>
        </p:nvSpPr>
        <p:spPr>
          <a:xfrm rot="4413100">
            <a:off x="6378388" y="-602971"/>
            <a:ext cx="4691605" cy="2694724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 rot="3530883">
            <a:off x="-2582938" y="3980736"/>
            <a:ext cx="4691458" cy="2694640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2131500" y="3380075"/>
            <a:ext cx="4881000" cy="12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" name="Google Shape;46;p7"/>
          <p:cNvSpPr/>
          <p:nvPr/>
        </p:nvSpPr>
        <p:spPr>
          <a:xfrm>
            <a:off x="-390332" y="-1733709"/>
            <a:ext cx="5036905" cy="2893055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7"/>
          <p:cNvSpPr/>
          <p:nvPr/>
        </p:nvSpPr>
        <p:spPr>
          <a:xfrm rot="-3946315">
            <a:off x="-2655008" y="3544408"/>
            <a:ext cx="4207269" cy="2863776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/>
          <p:nvPr/>
        </p:nvSpPr>
        <p:spPr>
          <a:xfrm rot="-4316438">
            <a:off x="5524085" y="-979880"/>
            <a:ext cx="5350783" cy="3611623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 rot="572768">
            <a:off x="7074768" y="4784877"/>
            <a:ext cx="4691943" cy="2694918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1388100" y="1319100"/>
            <a:ext cx="6367800" cy="25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2" name="Google Shape;52;p8"/>
          <p:cNvSpPr/>
          <p:nvPr/>
        </p:nvSpPr>
        <p:spPr>
          <a:xfrm rot="-6780826">
            <a:off x="6463817" y="-51534"/>
            <a:ext cx="4207360" cy="2863838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"/>
          <p:cNvSpPr/>
          <p:nvPr/>
        </p:nvSpPr>
        <p:spPr>
          <a:xfrm rot="-1188892">
            <a:off x="-1812977" y="-884678"/>
            <a:ext cx="3359579" cy="226753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5706350" y="4635309"/>
            <a:ext cx="4691713" cy="2694786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8"/>
          <p:cNvSpPr/>
          <p:nvPr/>
        </p:nvSpPr>
        <p:spPr>
          <a:xfrm rot="4748576">
            <a:off x="-923367" y="3462500"/>
            <a:ext cx="3359447" cy="226744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3637475" y="1496375"/>
            <a:ext cx="4495500" cy="101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" name="Google Shape;58;p9"/>
          <p:cNvSpPr txBox="1"/>
          <p:nvPr>
            <p:ph idx="1" type="subTitle"/>
          </p:nvPr>
        </p:nvSpPr>
        <p:spPr>
          <a:xfrm>
            <a:off x="3637475" y="2468850"/>
            <a:ext cx="44955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/>
          <p:nvPr/>
        </p:nvSpPr>
        <p:spPr>
          <a:xfrm rot="1394331">
            <a:off x="4668137" y="-1985739"/>
            <a:ext cx="4207339" cy="2863824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9"/>
          <p:cNvSpPr/>
          <p:nvPr/>
        </p:nvSpPr>
        <p:spPr>
          <a:xfrm>
            <a:off x="5673661" y="4355194"/>
            <a:ext cx="4691713" cy="2694786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713225" y="539500"/>
            <a:ext cx="4190400" cy="12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/>
        </p:nvSpPr>
        <p:spPr>
          <a:xfrm rot="-3946315">
            <a:off x="-2655008" y="3544408"/>
            <a:ext cx="4207269" cy="2863776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0"/>
          <p:cNvSpPr/>
          <p:nvPr/>
        </p:nvSpPr>
        <p:spPr>
          <a:xfrm rot="-4316438">
            <a:off x="5524085" y="-2961080"/>
            <a:ext cx="5350783" cy="3611623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hasCustomPrompt="1" type="title"/>
          </p:nvPr>
        </p:nvSpPr>
        <p:spPr>
          <a:xfrm>
            <a:off x="1284000" y="15623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idx="1" type="subTitle"/>
          </p:nvPr>
        </p:nvSpPr>
        <p:spPr>
          <a:xfrm>
            <a:off x="1284000" y="3073525"/>
            <a:ext cx="6576000" cy="5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11"/>
          <p:cNvSpPr/>
          <p:nvPr/>
        </p:nvSpPr>
        <p:spPr>
          <a:xfrm flipH="1" rot="6780826">
            <a:off x="-1603935" y="-127734"/>
            <a:ext cx="4207360" cy="2863838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1"/>
          <p:cNvSpPr/>
          <p:nvPr/>
        </p:nvSpPr>
        <p:spPr>
          <a:xfrm flipH="1" rot="1188892">
            <a:off x="7749239" y="-884678"/>
            <a:ext cx="3359579" cy="226753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/>
          <p:cNvSpPr/>
          <p:nvPr/>
        </p:nvSpPr>
        <p:spPr>
          <a:xfrm flipH="1">
            <a:off x="-1828070" y="4352751"/>
            <a:ext cx="5696734" cy="3272042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/>
          <p:nvPr/>
        </p:nvSpPr>
        <p:spPr>
          <a:xfrm flipH="1" rot="-4748615">
            <a:off x="6231205" y="2762083"/>
            <a:ext cx="4315435" cy="291268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1832938" y="1895175"/>
            <a:ext cx="2551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3"/>
          <p:cNvSpPr txBox="1"/>
          <p:nvPr>
            <p:ph hasCustomPrompt="1" idx="2" type="title"/>
          </p:nvPr>
        </p:nvSpPr>
        <p:spPr>
          <a:xfrm>
            <a:off x="2523388" y="1302000"/>
            <a:ext cx="117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/>
          <p:nvPr>
            <p:ph idx="1" type="subTitle"/>
          </p:nvPr>
        </p:nvSpPr>
        <p:spPr>
          <a:xfrm>
            <a:off x="1832788" y="2329300"/>
            <a:ext cx="2551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3" type="title"/>
          </p:nvPr>
        </p:nvSpPr>
        <p:spPr>
          <a:xfrm>
            <a:off x="4760013" y="1895175"/>
            <a:ext cx="2551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3"/>
          <p:cNvSpPr txBox="1"/>
          <p:nvPr>
            <p:ph hasCustomPrompt="1" idx="4" type="title"/>
          </p:nvPr>
        </p:nvSpPr>
        <p:spPr>
          <a:xfrm>
            <a:off x="5450615" y="1302000"/>
            <a:ext cx="117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idx="5" type="subTitle"/>
          </p:nvPr>
        </p:nvSpPr>
        <p:spPr>
          <a:xfrm>
            <a:off x="4760015" y="2329300"/>
            <a:ext cx="2551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6" type="title"/>
          </p:nvPr>
        </p:nvSpPr>
        <p:spPr>
          <a:xfrm>
            <a:off x="1832938" y="3532175"/>
            <a:ext cx="2551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7" type="title"/>
          </p:nvPr>
        </p:nvSpPr>
        <p:spPr>
          <a:xfrm>
            <a:off x="2523388" y="2939000"/>
            <a:ext cx="117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8" type="subTitle"/>
          </p:nvPr>
        </p:nvSpPr>
        <p:spPr>
          <a:xfrm>
            <a:off x="1832788" y="3966300"/>
            <a:ext cx="2551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9" type="title"/>
          </p:nvPr>
        </p:nvSpPr>
        <p:spPr>
          <a:xfrm>
            <a:off x="4760013" y="3532175"/>
            <a:ext cx="2551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3"/>
          <p:cNvSpPr txBox="1"/>
          <p:nvPr>
            <p:ph hasCustomPrompt="1" idx="13" type="title"/>
          </p:nvPr>
        </p:nvSpPr>
        <p:spPr>
          <a:xfrm>
            <a:off x="5450615" y="2939000"/>
            <a:ext cx="117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idx="14" type="subTitle"/>
          </p:nvPr>
        </p:nvSpPr>
        <p:spPr>
          <a:xfrm>
            <a:off x="4760015" y="3966300"/>
            <a:ext cx="2551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5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7" name="Google Shape;87;p13"/>
          <p:cNvSpPr/>
          <p:nvPr/>
        </p:nvSpPr>
        <p:spPr>
          <a:xfrm rot="-6780826">
            <a:off x="6463817" y="-356334"/>
            <a:ext cx="4207360" cy="2863838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-2117780" y="-1113275"/>
            <a:ext cx="3359537" cy="2267502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 rot="4748576">
            <a:off x="-1151967" y="3691100"/>
            <a:ext cx="3359447" cy="226744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2" name="Google Shape;92;p14"/>
          <p:cNvSpPr/>
          <p:nvPr/>
        </p:nvSpPr>
        <p:spPr>
          <a:xfrm rot="8100000">
            <a:off x="6381961" y="2909752"/>
            <a:ext cx="4691793" cy="2694833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 rot="5957316">
            <a:off x="-2972218" y="-78930"/>
            <a:ext cx="4691511" cy="2694671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2290025" y="2995738"/>
            <a:ext cx="4563900" cy="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1458125" y="1561263"/>
            <a:ext cx="6227700" cy="15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7" name="Google Shape;97;p15"/>
          <p:cNvSpPr/>
          <p:nvPr/>
        </p:nvSpPr>
        <p:spPr>
          <a:xfrm flipH="1">
            <a:off x="4590708" y="-1733709"/>
            <a:ext cx="5036905" cy="2893055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 flipH="1" rot="3946315">
            <a:off x="6999220" y="3696808"/>
            <a:ext cx="4207269" cy="2863776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 flipH="1" rot="4316438">
            <a:off x="-1789987" y="-1437080"/>
            <a:ext cx="5350783" cy="3611623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 flipH="1" rot="-572768">
            <a:off x="-1157829" y="4784877"/>
            <a:ext cx="4691943" cy="2694918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idx="1" type="subTitle"/>
          </p:nvPr>
        </p:nvSpPr>
        <p:spPr>
          <a:xfrm>
            <a:off x="1343200" y="3053213"/>
            <a:ext cx="3568200" cy="9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type="title"/>
          </p:nvPr>
        </p:nvSpPr>
        <p:spPr>
          <a:xfrm>
            <a:off x="1343175" y="1151838"/>
            <a:ext cx="3568200" cy="186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" name="Google Shape;104;p16"/>
          <p:cNvSpPr/>
          <p:nvPr/>
        </p:nvSpPr>
        <p:spPr>
          <a:xfrm rot="1394331">
            <a:off x="5987712" y="-2465489"/>
            <a:ext cx="4207339" cy="2863824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4378261" y="4736194"/>
            <a:ext cx="4691713" cy="2694786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 rot="7200036">
            <a:off x="-2860369" y="-249806"/>
            <a:ext cx="4691628" cy="2694738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idx="1" type="subTitle"/>
          </p:nvPr>
        </p:nvSpPr>
        <p:spPr>
          <a:xfrm>
            <a:off x="4838675" y="1941900"/>
            <a:ext cx="3140100" cy="12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0" name="Google Shape;110;p17"/>
          <p:cNvSpPr/>
          <p:nvPr/>
        </p:nvSpPr>
        <p:spPr>
          <a:xfrm flipH="1" rot="-1394331">
            <a:off x="-783624" y="-2465489"/>
            <a:ext cx="4207339" cy="2863824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 flipH="1">
            <a:off x="341454" y="4736194"/>
            <a:ext cx="4691713" cy="2694786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 flipH="1" rot="-7200036">
            <a:off x="7580168" y="-249806"/>
            <a:ext cx="4691628" cy="2694738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1066263" y="1781900"/>
            <a:ext cx="3212100" cy="22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2" type="subTitle"/>
          </p:nvPr>
        </p:nvSpPr>
        <p:spPr>
          <a:xfrm>
            <a:off x="4865638" y="2536206"/>
            <a:ext cx="3212100" cy="14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7" name="Google Shape;117;p18"/>
          <p:cNvSpPr/>
          <p:nvPr/>
        </p:nvSpPr>
        <p:spPr>
          <a:xfrm rot="3566391">
            <a:off x="6216354" y="-1855891"/>
            <a:ext cx="4207321" cy="2863811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2810711" y="4548644"/>
            <a:ext cx="4691713" cy="2694786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 rot="7200036">
            <a:off x="-2860369" y="-249806"/>
            <a:ext cx="4691628" cy="2694738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720000" y="2927274"/>
            <a:ext cx="2336400" cy="4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720000" y="3298582"/>
            <a:ext cx="23364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2" type="title"/>
          </p:nvPr>
        </p:nvSpPr>
        <p:spPr>
          <a:xfrm>
            <a:off x="3403800" y="2927274"/>
            <a:ext cx="2336400" cy="4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3403800" y="3298582"/>
            <a:ext cx="23364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4" type="title"/>
          </p:nvPr>
        </p:nvSpPr>
        <p:spPr>
          <a:xfrm>
            <a:off x="6087600" y="2927274"/>
            <a:ext cx="2336400" cy="4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6" name="Google Shape;126;p19"/>
          <p:cNvSpPr txBox="1"/>
          <p:nvPr>
            <p:ph idx="5" type="subTitle"/>
          </p:nvPr>
        </p:nvSpPr>
        <p:spPr>
          <a:xfrm>
            <a:off x="6087600" y="3298582"/>
            <a:ext cx="23364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6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8" name="Google Shape;128;p19"/>
          <p:cNvSpPr/>
          <p:nvPr/>
        </p:nvSpPr>
        <p:spPr>
          <a:xfrm rot="-1281627">
            <a:off x="-999932" y="-1657509"/>
            <a:ext cx="5036795" cy="2892992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 rot="-8100000">
            <a:off x="-58880" y="5164197"/>
            <a:ext cx="4207354" cy="2863834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 rot="-7412333">
            <a:off x="5371676" y="-979963"/>
            <a:ext cx="5350894" cy="3611640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 rot="-10432440">
            <a:off x="4809186" y="4053024"/>
            <a:ext cx="4691882" cy="2694884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1560686" y="1686625"/>
            <a:ext cx="2557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1560699" y="2115525"/>
            <a:ext cx="2557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2" type="title"/>
          </p:nvPr>
        </p:nvSpPr>
        <p:spPr>
          <a:xfrm>
            <a:off x="5026104" y="1686625"/>
            <a:ext cx="2557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6" name="Google Shape;136;p20"/>
          <p:cNvSpPr txBox="1"/>
          <p:nvPr>
            <p:ph idx="3" type="subTitle"/>
          </p:nvPr>
        </p:nvSpPr>
        <p:spPr>
          <a:xfrm>
            <a:off x="5026116" y="2115525"/>
            <a:ext cx="2557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4" type="title"/>
          </p:nvPr>
        </p:nvSpPr>
        <p:spPr>
          <a:xfrm>
            <a:off x="1560686" y="3120025"/>
            <a:ext cx="2557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8" name="Google Shape;138;p20"/>
          <p:cNvSpPr txBox="1"/>
          <p:nvPr>
            <p:ph idx="5" type="subTitle"/>
          </p:nvPr>
        </p:nvSpPr>
        <p:spPr>
          <a:xfrm>
            <a:off x="1560699" y="3548925"/>
            <a:ext cx="2557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idx="6" type="title"/>
          </p:nvPr>
        </p:nvSpPr>
        <p:spPr>
          <a:xfrm>
            <a:off x="5026104" y="3120025"/>
            <a:ext cx="2557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0" name="Google Shape;140;p20"/>
          <p:cNvSpPr txBox="1"/>
          <p:nvPr>
            <p:ph idx="7" type="subTitle"/>
          </p:nvPr>
        </p:nvSpPr>
        <p:spPr>
          <a:xfrm>
            <a:off x="5026116" y="3548925"/>
            <a:ext cx="2557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0"/>
          <p:cNvSpPr txBox="1"/>
          <p:nvPr>
            <p:ph idx="8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2" name="Google Shape;142;p20"/>
          <p:cNvSpPr/>
          <p:nvPr/>
        </p:nvSpPr>
        <p:spPr>
          <a:xfrm flipH="1" rot="-2219110">
            <a:off x="3702227" y="3461425"/>
            <a:ext cx="4207399" cy="2863864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 flipH="1" rot="-8999964">
            <a:off x="-2548897" y="1552715"/>
            <a:ext cx="3359476" cy="226746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 flipH="1" rot="7851490">
            <a:off x="436977" y="-914054"/>
            <a:ext cx="3359484" cy="2267466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 flipH="1" rot="-9000116">
            <a:off x="7134150" y="905044"/>
            <a:ext cx="4001002" cy="2700456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1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720000" y="17590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8" name="Google Shape;148;p21"/>
          <p:cNvSpPr txBox="1"/>
          <p:nvPr>
            <p:ph idx="1" type="subTitle"/>
          </p:nvPr>
        </p:nvSpPr>
        <p:spPr>
          <a:xfrm>
            <a:off x="720000" y="218365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1"/>
          <p:cNvSpPr txBox="1"/>
          <p:nvPr>
            <p:ph idx="2" type="title"/>
          </p:nvPr>
        </p:nvSpPr>
        <p:spPr>
          <a:xfrm>
            <a:off x="3419269" y="17590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0" name="Google Shape;150;p21"/>
          <p:cNvSpPr txBox="1"/>
          <p:nvPr>
            <p:ph idx="3" type="subTitle"/>
          </p:nvPr>
        </p:nvSpPr>
        <p:spPr>
          <a:xfrm>
            <a:off x="3419269" y="218365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1"/>
          <p:cNvSpPr txBox="1"/>
          <p:nvPr>
            <p:ph idx="4" type="title"/>
          </p:nvPr>
        </p:nvSpPr>
        <p:spPr>
          <a:xfrm>
            <a:off x="2069613" y="31924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2" name="Google Shape;152;p21"/>
          <p:cNvSpPr txBox="1"/>
          <p:nvPr>
            <p:ph idx="5" type="subTitle"/>
          </p:nvPr>
        </p:nvSpPr>
        <p:spPr>
          <a:xfrm>
            <a:off x="2069613" y="361705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1"/>
          <p:cNvSpPr txBox="1"/>
          <p:nvPr>
            <p:ph idx="6" type="title"/>
          </p:nvPr>
        </p:nvSpPr>
        <p:spPr>
          <a:xfrm>
            <a:off x="4768882" y="31924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4" name="Google Shape;154;p21"/>
          <p:cNvSpPr txBox="1"/>
          <p:nvPr>
            <p:ph idx="7" type="subTitle"/>
          </p:nvPr>
        </p:nvSpPr>
        <p:spPr>
          <a:xfrm>
            <a:off x="4768882" y="361705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1"/>
          <p:cNvSpPr txBox="1"/>
          <p:nvPr>
            <p:ph idx="8" type="title"/>
          </p:nvPr>
        </p:nvSpPr>
        <p:spPr>
          <a:xfrm>
            <a:off x="6118545" y="17590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6" name="Google Shape;156;p21"/>
          <p:cNvSpPr txBox="1"/>
          <p:nvPr>
            <p:ph idx="9" type="subTitle"/>
          </p:nvPr>
        </p:nvSpPr>
        <p:spPr>
          <a:xfrm>
            <a:off x="6118545" y="218365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1"/>
          <p:cNvSpPr txBox="1"/>
          <p:nvPr>
            <p:ph idx="13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8" name="Google Shape;158;p21"/>
          <p:cNvSpPr/>
          <p:nvPr/>
        </p:nvSpPr>
        <p:spPr>
          <a:xfrm rot="-6780826">
            <a:off x="6463817" y="-356334"/>
            <a:ext cx="4207360" cy="2863838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/>
          <p:nvPr/>
        </p:nvSpPr>
        <p:spPr>
          <a:xfrm>
            <a:off x="-2117780" y="-1113275"/>
            <a:ext cx="3359537" cy="2267502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6016175" y="4467009"/>
            <a:ext cx="4691713" cy="2694786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 rot="4748576">
            <a:off x="-1151967" y="3691100"/>
            <a:ext cx="3359447" cy="226744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720000" y="17590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4" name="Google Shape;164;p22"/>
          <p:cNvSpPr txBox="1"/>
          <p:nvPr>
            <p:ph idx="1" type="subTitle"/>
          </p:nvPr>
        </p:nvSpPr>
        <p:spPr>
          <a:xfrm>
            <a:off x="720000" y="21830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2"/>
          <p:cNvSpPr txBox="1"/>
          <p:nvPr>
            <p:ph idx="2" type="title"/>
          </p:nvPr>
        </p:nvSpPr>
        <p:spPr>
          <a:xfrm>
            <a:off x="3419269" y="17590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6" name="Google Shape;166;p22"/>
          <p:cNvSpPr txBox="1"/>
          <p:nvPr>
            <p:ph idx="3" type="subTitle"/>
          </p:nvPr>
        </p:nvSpPr>
        <p:spPr>
          <a:xfrm>
            <a:off x="3419273" y="21830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2"/>
          <p:cNvSpPr txBox="1"/>
          <p:nvPr>
            <p:ph idx="4" type="title"/>
          </p:nvPr>
        </p:nvSpPr>
        <p:spPr>
          <a:xfrm>
            <a:off x="720000" y="31924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8" name="Google Shape;168;p22"/>
          <p:cNvSpPr txBox="1"/>
          <p:nvPr>
            <p:ph idx="5" type="subTitle"/>
          </p:nvPr>
        </p:nvSpPr>
        <p:spPr>
          <a:xfrm>
            <a:off x="720000" y="36164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2"/>
          <p:cNvSpPr txBox="1"/>
          <p:nvPr>
            <p:ph idx="6" type="title"/>
          </p:nvPr>
        </p:nvSpPr>
        <p:spPr>
          <a:xfrm>
            <a:off x="3419269" y="31924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0" name="Google Shape;170;p22"/>
          <p:cNvSpPr txBox="1"/>
          <p:nvPr>
            <p:ph idx="7" type="subTitle"/>
          </p:nvPr>
        </p:nvSpPr>
        <p:spPr>
          <a:xfrm>
            <a:off x="3419273" y="36164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8" type="title"/>
          </p:nvPr>
        </p:nvSpPr>
        <p:spPr>
          <a:xfrm>
            <a:off x="6118545" y="17590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2" name="Google Shape;172;p22"/>
          <p:cNvSpPr txBox="1"/>
          <p:nvPr>
            <p:ph idx="9" type="subTitle"/>
          </p:nvPr>
        </p:nvSpPr>
        <p:spPr>
          <a:xfrm>
            <a:off x="6118545" y="21830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2"/>
          <p:cNvSpPr txBox="1"/>
          <p:nvPr>
            <p:ph idx="13" type="title"/>
          </p:nvPr>
        </p:nvSpPr>
        <p:spPr>
          <a:xfrm>
            <a:off x="6118545" y="31924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" name="Google Shape;174;p22"/>
          <p:cNvSpPr txBox="1"/>
          <p:nvPr>
            <p:ph idx="14" type="subTitle"/>
          </p:nvPr>
        </p:nvSpPr>
        <p:spPr>
          <a:xfrm>
            <a:off x="6118545" y="36164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2"/>
          <p:cNvSpPr txBox="1"/>
          <p:nvPr>
            <p:ph idx="15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6" name="Google Shape;176;p22"/>
          <p:cNvSpPr/>
          <p:nvPr/>
        </p:nvSpPr>
        <p:spPr>
          <a:xfrm rot="-6780826">
            <a:off x="6463817" y="-356334"/>
            <a:ext cx="4207360" cy="2863838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-2117780" y="-1113275"/>
            <a:ext cx="3359537" cy="2267502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6016175" y="4467009"/>
            <a:ext cx="4691713" cy="2694786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 rot="4748576">
            <a:off x="-1151967" y="3691100"/>
            <a:ext cx="3359447" cy="226744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hasCustomPrompt="1" type="title"/>
          </p:nvPr>
        </p:nvSpPr>
        <p:spPr>
          <a:xfrm>
            <a:off x="1129875" y="1903254"/>
            <a:ext cx="33984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2" name="Google Shape;182;p23"/>
          <p:cNvSpPr txBox="1"/>
          <p:nvPr>
            <p:ph idx="1" type="subTitle"/>
          </p:nvPr>
        </p:nvSpPr>
        <p:spPr>
          <a:xfrm>
            <a:off x="1129875" y="3066482"/>
            <a:ext cx="33984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3"/>
          <p:cNvSpPr txBox="1"/>
          <p:nvPr>
            <p:ph hasCustomPrompt="1" idx="2" type="title"/>
          </p:nvPr>
        </p:nvSpPr>
        <p:spPr>
          <a:xfrm>
            <a:off x="4702083" y="1903250"/>
            <a:ext cx="33984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4" name="Google Shape;184;p23"/>
          <p:cNvSpPr txBox="1"/>
          <p:nvPr>
            <p:ph idx="3" type="subTitle"/>
          </p:nvPr>
        </p:nvSpPr>
        <p:spPr>
          <a:xfrm>
            <a:off x="4702083" y="3066474"/>
            <a:ext cx="33984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3"/>
          <p:cNvSpPr txBox="1"/>
          <p:nvPr>
            <p:ph idx="4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6" name="Google Shape;186;p23"/>
          <p:cNvSpPr txBox="1"/>
          <p:nvPr>
            <p:ph idx="5" type="title"/>
          </p:nvPr>
        </p:nvSpPr>
        <p:spPr>
          <a:xfrm>
            <a:off x="1129878" y="2614975"/>
            <a:ext cx="33984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23"/>
          <p:cNvSpPr txBox="1"/>
          <p:nvPr>
            <p:ph idx="6" type="title"/>
          </p:nvPr>
        </p:nvSpPr>
        <p:spPr>
          <a:xfrm>
            <a:off x="4702078" y="2614975"/>
            <a:ext cx="33984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8" name="Google Shape;188;p23"/>
          <p:cNvSpPr/>
          <p:nvPr/>
        </p:nvSpPr>
        <p:spPr>
          <a:xfrm rot="-6780826">
            <a:off x="6463817" y="-356334"/>
            <a:ext cx="4207360" cy="2863838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3"/>
          <p:cNvSpPr/>
          <p:nvPr/>
        </p:nvSpPr>
        <p:spPr>
          <a:xfrm>
            <a:off x="-2117780" y="-1113275"/>
            <a:ext cx="3359537" cy="2267502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/>
          <p:nvPr/>
        </p:nvSpPr>
        <p:spPr>
          <a:xfrm>
            <a:off x="6016175" y="4467009"/>
            <a:ext cx="4691713" cy="2694786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 rot="4748576">
            <a:off x="-1151967" y="3691100"/>
            <a:ext cx="3359447" cy="226744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ctrTitle"/>
          </p:nvPr>
        </p:nvSpPr>
        <p:spPr>
          <a:xfrm>
            <a:off x="2430000" y="843550"/>
            <a:ext cx="42840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4" name="Google Shape;194;p24"/>
          <p:cNvSpPr txBox="1"/>
          <p:nvPr>
            <p:ph idx="1" type="subTitle"/>
          </p:nvPr>
        </p:nvSpPr>
        <p:spPr>
          <a:xfrm>
            <a:off x="2425050" y="1683175"/>
            <a:ext cx="42939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5" name="Google Shape;195;p24"/>
          <p:cNvSpPr/>
          <p:nvPr/>
        </p:nvSpPr>
        <p:spPr>
          <a:xfrm flipH="1" rot="6780826">
            <a:off x="-1547667" y="-356334"/>
            <a:ext cx="4207360" cy="2863838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 flipH="1" rot="-2099122">
            <a:off x="7272107" y="-1418050"/>
            <a:ext cx="3359621" cy="2267559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4"/>
          <p:cNvSpPr/>
          <p:nvPr/>
        </p:nvSpPr>
        <p:spPr>
          <a:xfrm flipH="1">
            <a:off x="-1584378" y="4467009"/>
            <a:ext cx="4691713" cy="2694786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 flipH="1" rot="-4748576">
            <a:off x="6916030" y="3157700"/>
            <a:ext cx="3359447" cy="226744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"/>
          <p:cNvSpPr txBox="1"/>
          <p:nvPr/>
        </p:nvSpPr>
        <p:spPr>
          <a:xfrm>
            <a:off x="1841250" y="3348150"/>
            <a:ext cx="5461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infographics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/>
          <p:nvPr/>
        </p:nvSpPr>
        <p:spPr>
          <a:xfrm flipH="1" rot="-2219110">
            <a:off x="3702227" y="3461425"/>
            <a:ext cx="4207399" cy="2863864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"/>
          <p:cNvSpPr/>
          <p:nvPr/>
        </p:nvSpPr>
        <p:spPr>
          <a:xfrm flipH="1" rot="-8999964">
            <a:off x="-2548897" y="1552715"/>
            <a:ext cx="3359476" cy="2267461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 flipH="1" rot="7851490">
            <a:off x="436977" y="-914054"/>
            <a:ext cx="3359484" cy="2267466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5"/>
          <p:cNvSpPr/>
          <p:nvPr/>
        </p:nvSpPr>
        <p:spPr>
          <a:xfrm flipH="1" rot="-9000116">
            <a:off x="7134150" y="905044"/>
            <a:ext cx="4001002" cy="2700456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/>
          <p:nvPr/>
        </p:nvSpPr>
        <p:spPr>
          <a:xfrm rot="-1281627">
            <a:off x="-999932" y="-1657509"/>
            <a:ext cx="5036795" cy="2892992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6"/>
          <p:cNvSpPr/>
          <p:nvPr/>
        </p:nvSpPr>
        <p:spPr>
          <a:xfrm rot="-8100000">
            <a:off x="-58880" y="5164197"/>
            <a:ext cx="4207354" cy="2863834"/>
          </a:xfrm>
          <a:custGeom>
            <a:rect b="b" l="l" r="r" t="t"/>
            <a:pathLst>
              <a:path extrusionOk="0" fill="none" h="73866" w="108519">
                <a:moveTo>
                  <a:pt x="84328" y="16813"/>
                </a:moveTo>
                <a:cubicBezTo>
                  <a:pt x="78963" y="19875"/>
                  <a:pt x="72680" y="20793"/>
                  <a:pt x="66667" y="22268"/>
                </a:cubicBezTo>
                <a:cubicBezTo>
                  <a:pt x="60652" y="23765"/>
                  <a:pt x="54460" y="26113"/>
                  <a:pt x="50770" y="31077"/>
                </a:cubicBezTo>
                <a:cubicBezTo>
                  <a:pt x="46859" y="36329"/>
                  <a:pt x="46411" y="43641"/>
                  <a:pt x="42208" y="48670"/>
                </a:cubicBezTo>
                <a:cubicBezTo>
                  <a:pt x="38833" y="52695"/>
                  <a:pt x="33446" y="54596"/>
                  <a:pt x="28192" y="54886"/>
                </a:cubicBezTo>
                <a:cubicBezTo>
                  <a:pt x="22939" y="55154"/>
                  <a:pt x="17729" y="53991"/>
                  <a:pt x="12587" y="52829"/>
                </a:cubicBezTo>
                <a:cubicBezTo>
                  <a:pt x="10374" y="52315"/>
                  <a:pt x="8094" y="51800"/>
                  <a:pt x="5835" y="52158"/>
                </a:cubicBezTo>
                <a:cubicBezTo>
                  <a:pt x="3600" y="52516"/>
                  <a:pt x="1364" y="53970"/>
                  <a:pt x="783" y="56161"/>
                </a:cubicBezTo>
                <a:cubicBezTo>
                  <a:pt x="1" y="59201"/>
                  <a:pt x="2482" y="62242"/>
                  <a:pt x="2169" y="65348"/>
                </a:cubicBezTo>
                <a:cubicBezTo>
                  <a:pt x="2013" y="66847"/>
                  <a:pt x="1208" y="68300"/>
                  <a:pt x="1409" y="69798"/>
                </a:cubicBezTo>
                <a:cubicBezTo>
                  <a:pt x="1611" y="71474"/>
                  <a:pt x="3063" y="72792"/>
                  <a:pt x="4673" y="73329"/>
                </a:cubicBezTo>
                <a:cubicBezTo>
                  <a:pt x="6282" y="73865"/>
                  <a:pt x="8026" y="73753"/>
                  <a:pt x="9725" y="73597"/>
                </a:cubicBezTo>
                <a:cubicBezTo>
                  <a:pt x="23341" y="72345"/>
                  <a:pt x="36777" y="68121"/>
                  <a:pt x="50436" y="69128"/>
                </a:cubicBezTo>
                <a:cubicBezTo>
                  <a:pt x="56091" y="69530"/>
                  <a:pt x="61659" y="70848"/>
                  <a:pt x="67314" y="71497"/>
                </a:cubicBezTo>
                <a:cubicBezTo>
                  <a:pt x="72948" y="72122"/>
                  <a:pt x="78850" y="72054"/>
                  <a:pt x="84081" y="69843"/>
                </a:cubicBezTo>
                <a:cubicBezTo>
                  <a:pt x="89470" y="67539"/>
                  <a:pt x="93739" y="63068"/>
                  <a:pt x="96803" y="58039"/>
                </a:cubicBezTo>
                <a:cubicBezTo>
                  <a:pt x="99844" y="53031"/>
                  <a:pt x="101811" y="47418"/>
                  <a:pt x="103689" y="41852"/>
                </a:cubicBezTo>
                <a:cubicBezTo>
                  <a:pt x="105835" y="35503"/>
                  <a:pt x="107937" y="29020"/>
                  <a:pt x="108227" y="22313"/>
                </a:cubicBezTo>
                <a:cubicBezTo>
                  <a:pt x="108518" y="15606"/>
                  <a:pt x="106796" y="8541"/>
                  <a:pt x="102214" y="3644"/>
                </a:cubicBezTo>
                <a:cubicBezTo>
                  <a:pt x="100738" y="2058"/>
                  <a:pt x="98010" y="1"/>
                  <a:pt x="95685" y="469"/>
                </a:cubicBezTo>
                <a:cubicBezTo>
                  <a:pt x="93584" y="895"/>
                  <a:pt x="93360" y="2839"/>
                  <a:pt x="93024" y="4628"/>
                </a:cubicBezTo>
                <a:cubicBezTo>
                  <a:pt x="92085" y="9904"/>
                  <a:pt x="89023" y="14130"/>
                  <a:pt x="84328" y="16813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 rot="-7412333">
            <a:off x="5371676" y="-979963"/>
            <a:ext cx="5350894" cy="3611640"/>
          </a:xfrm>
          <a:custGeom>
            <a:rect b="b" l="l" r="r" t="t"/>
            <a:pathLst>
              <a:path extrusionOk="0" fill="none" h="58486" w="86653">
                <a:moveTo>
                  <a:pt x="68902" y="9122"/>
                </a:moveTo>
                <a:cubicBezTo>
                  <a:pt x="64990" y="11581"/>
                  <a:pt x="60451" y="12856"/>
                  <a:pt x="56182" y="14622"/>
                </a:cubicBezTo>
                <a:cubicBezTo>
                  <a:pt x="51889" y="16410"/>
                  <a:pt x="47643" y="18937"/>
                  <a:pt x="45407" y="22983"/>
                </a:cubicBezTo>
                <a:cubicBezTo>
                  <a:pt x="43417" y="26628"/>
                  <a:pt x="43261" y="31076"/>
                  <a:pt x="41226" y="34698"/>
                </a:cubicBezTo>
                <a:cubicBezTo>
                  <a:pt x="38901" y="38790"/>
                  <a:pt x="34363" y="41271"/>
                  <a:pt x="29713" y="42009"/>
                </a:cubicBezTo>
                <a:cubicBezTo>
                  <a:pt x="25063" y="42746"/>
                  <a:pt x="20300" y="41920"/>
                  <a:pt x="15784" y="40645"/>
                </a:cubicBezTo>
                <a:cubicBezTo>
                  <a:pt x="13169" y="39908"/>
                  <a:pt x="10531" y="39014"/>
                  <a:pt x="7804" y="39080"/>
                </a:cubicBezTo>
                <a:cubicBezTo>
                  <a:pt x="5098" y="39148"/>
                  <a:pt x="2191" y="40421"/>
                  <a:pt x="1097" y="42925"/>
                </a:cubicBezTo>
                <a:cubicBezTo>
                  <a:pt x="0" y="45363"/>
                  <a:pt x="939" y="48335"/>
                  <a:pt x="2773" y="50281"/>
                </a:cubicBezTo>
                <a:cubicBezTo>
                  <a:pt x="4584" y="52225"/>
                  <a:pt x="7133" y="53343"/>
                  <a:pt x="9658" y="54193"/>
                </a:cubicBezTo>
                <a:cubicBezTo>
                  <a:pt x="22312" y="58485"/>
                  <a:pt x="36129" y="57793"/>
                  <a:pt x="49251" y="55355"/>
                </a:cubicBezTo>
                <a:cubicBezTo>
                  <a:pt x="56450" y="54014"/>
                  <a:pt x="63738" y="52070"/>
                  <a:pt x="69662" y="47777"/>
                </a:cubicBezTo>
                <a:cubicBezTo>
                  <a:pt x="79701" y="40511"/>
                  <a:pt x="84217" y="27723"/>
                  <a:pt x="85737" y="15405"/>
                </a:cubicBezTo>
                <a:cubicBezTo>
                  <a:pt x="86295" y="10889"/>
                  <a:pt x="86653" y="2259"/>
                  <a:pt x="80863" y="626"/>
                </a:cubicBezTo>
                <a:cubicBezTo>
                  <a:pt x="78604" y="0"/>
                  <a:pt x="76503" y="1454"/>
                  <a:pt x="75051" y="3064"/>
                </a:cubicBezTo>
                <a:cubicBezTo>
                  <a:pt x="73015" y="5276"/>
                  <a:pt x="71518" y="7491"/>
                  <a:pt x="68902" y="9122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6"/>
          <p:cNvSpPr/>
          <p:nvPr/>
        </p:nvSpPr>
        <p:spPr>
          <a:xfrm rot="-10432440">
            <a:off x="4809186" y="4053024"/>
            <a:ext cx="4691882" cy="2694884"/>
          </a:xfrm>
          <a:custGeom>
            <a:rect b="b" l="l" r="r" t="t"/>
            <a:pathLst>
              <a:path extrusionOk="0" fill="none" h="69507" w="121014">
                <a:moveTo>
                  <a:pt x="7399" y="69506"/>
                </a:moveTo>
                <a:cubicBezTo>
                  <a:pt x="9613" y="64656"/>
                  <a:pt x="15560" y="62778"/>
                  <a:pt x="20881" y="62576"/>
                </a:cubicBezTo>
                <a:cubicBezTo>
                  <a:pt x="26202" y="62375"/>
                  <a:pt x="31678" y="63246"/>
                  <a:pt x="36731" y="61592"/>
                </a:cubicBezTo>
                <a:cubicBezTo>
                  <a:pt x="41247" y="60140"/>
                  <a:pt x="45048" y="56629"/>
                  <a:pt x="46859" y="52247"/>
                </a:cubicBezTo>
                <a:cubicBezTo>
                  <a:pt x="48312" y="48804"/>
                  <a:pt x="48535" y="44982"/>
                  <a:pt x="49206" y="41292"/>
                </a:cubicBezTo>
                <a:cubicBezTo>
                  <a:pt x="49900" y="37625"/>
                  <a:pt x="51197" y="33803"/>
                  <a:pt x="54169" y="31500"/>
                </a:cubicBezTo>
                <a:cubicBezTo>
                  <a:pt x="57701" y="28751"/>
                  <a:pt x="62688" y="28862"/>
                  <a:pt x="67025" y="29958"/>
                </a:cubicBezTo>
                <a:cubicBezTo>
                  <a:pt x="71362" y="31031"/>
                  <a:pt x="75521" y="32954"/>
                  <a:pt x="79969" y="33422"/>
                </a:cubicBezTo>
                <a:cubicBezTo>
                  <a:pt x="84418" y="33893"/>
                  <a:pt x="89493" y="32462"/>
                  <a:pt x="91594" y="28527"/>
                </a:cubicBezTo>
                <a:cubicBezTo>
                  <a:pt x="93540" y="24905"/>
                  <a:pt x="92467" y="20187"/>
                  <a:pt x="94590" y="16700"/>
                </a:cubicBezTo>
                <a:cubicBezTo>
                  <a:pt x="96759" y="13146"/>
                  <a:pt x="101968" y="12117"/>
                  <a:pt x="105611" y="14130"/>
                </a:cubicBezTo>
                <a:cubicBezTo>
                  <a:pt x="109254" y="16142"/>
                  <a:pt x="111155" y="20613"/>
                  <a:pt x="110708" y="24748"/>
                </a:cubicBezTo>
                <a:cubicBezTo>
                  <a:pt x="110238" y="28885"/>
                  <a:pt x="107668" y="32618"/>
                  <a:pt x="104316" y="35077"/>
                </a:cubicBezTo>
                <a:cubicBezTo>
                  <a:pt x="110171" y="36955"/>
                  <a:pt x="116542" y="31925"/>
                  <a:pt x="118778" y="26202"/>
                </a:cubicBezTo>
                <a:cubicBezTo>
                  <a:pt x="121014" y="20456"/>
                  <a:pt x="119225" y="13682"/>
                  <a:pt x="115290" y="8964"/>
                </a:cubicBezTo>
                <a:cubicBezTo>
                  <a:pt x="110306" y="2973"/>
                  <a:pt x="101968" y="0"/>
                  <a:pt x="94322" y="1476"/>
                </a:cubicBezTo>
                <a:cubicBezTo>
                  <a:pt x="88017" y="2704"/>
                  <a:pt x="82562" y="6639"/>
                  <a:pt x="76436" y="8651"/>
                </a:cubicBezTo>
                <a:cubicBezTo>
                  <a:pt x="66689" y="11849"/>
                  <a:pt x="56070" y="10016"/>
                  <a:pt x="46144" y="7467"/>
                </a:cubicBezTo>
                <a:cubicBezTo>
                  <a:pt x="36194" y="4919"/>
                  <a:pt x="26202" y="1676"/>
                  <a:pt x="15963" y="2191"/>
                </a:cubicBezTo>
                <a:cubicBezTo>
                  <a:pt x="11110" y="2436"/>
                  <a:pt x="5879" y="3801"/>
                  <a:pt x="2906" y="7668"/>
                </a:cubicBezTo>
                <a:cubicBezTo>
                  <a:pt x="111" y="11334"/>
                  <a:pt x="0" y="16320"/>
                  <a:pt x="268" y="20926"/>
                </a:cubicBezTo>
                <a:cubicBezTo>
                  <a:pt x="715" y="28504"/>
                  <a:pt x="1878" y="36061"/>
                  <a:pt x="3733" y="43438"/>
                </a:cubicBezTo>
                <a:cubicBezTo>
                  <a:pt x="4627" y="47060"/>
                  <a:pt x="5723" y="50727"/>
                  <a:pt x="5342" y="54438"/>
                </a:cubicBezTo>
                <a:cubicBezTo>
                  <a:pt x="5029" y="57344"/>
                  <a:pt x="3822" y="60161"/>
                  <a:pt x="3801" y="63091"/>
                </a:cubicBezTo>
                <a:cubicBezTo>
                  <a:pt x="3777" y="66042"/>
                  <a:pt x="4471" y="69351"/>
                  <a:pt x="7399" y="69506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miter lim="178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ed Hat Text"/>
              <a:buNone/>
              <a:defRPr sz="35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ed Hat Text"/>
              <a:buNone/>
              <a:defRPr sz="35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ed Hat Text"/>
              <a:buNone/>
              <a:defRPr sz="35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ed Hat Text"/>
              <a:buNone/>
              <a:defRPr sz="35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ed Hat Text"/>
              <a:buNone/>
              <a:defRPr sz="35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ed Hat Text"/>
              <a:buNone/>
              <a:defRPr sz="35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ed Hat Text"/>
              <a:buNone/>
              <a:defRPr sz="35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ed Hat Text"/>
              <a:buNone/>
              <a:defRPr sz="35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ed Hat Text"/>
              <a:buNone/>
              <a:defRPr sz="35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2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YFjhrra7rwA_90eiVqyiL0oUFcviVuXC/view" TargetMode="External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ctrTitle"/>
          </p:nvPr>
        </p:nvSpPr>
        <p:spPr>
          <a:xfrm>
            <a:off x="3003767" y="568183"/>
            <a:ext cx="5673900" cy="249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Multi-Agent Medical Diagnostic System for Chest X-Ray Classification</a:t>
            </a:r>
            <a:endParaRPr b="1" sz="3300">
              <a:solidFill>
                <a:schemeClr val="dk1"/>
              </a:solidFill>
            </a:endParaRPr>
          </a:p>
        </p:txBody>
      </p:sp>
      <p:sp>
        <p:nvSpPr>
          <p:cNvPr id="215" name="Google Shape;215;p27"/>
          <p:cNvSpPr txBox="1"/>
          <p:nvPr>
            <p:ph idx="1" type="subTitle"/>
          </p:nvPr>
        </p:nvSpPr>
        <p:spPr>
          <a:xfrm>
            <a:off x="3349675" y="3654485"/>
            <a:ext cx="50811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Mayssa Ben Soussia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Oumayma Jellali</a:t>
            </a:r>
            <a:endParaRPr/>
          </a:p>
        </p:txBody>
      </p:sp>
      <p:pic>
        <p:nvPicPr>
          <p:cNvPr id="216" name="Google Shape;21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19" y="1192313"/>
            <a:ext cx="2263325" cy="275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type="title"/>
          </p:nvPr>
        </p:nvSpPr>
        <p:spPr>
          <a:xfrm>
            <a:off x="163555" y="2213508"/>
            <a:ext cx="2551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PROBLEM STATEMENT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"/>
          <p:cNvSpPr txBox="1"/>
          <p:nvPr>
            <p:ph idx="2" type="title"/>
          </p:nvPr>
        </p:nvSpPr>
        <p:spPr>
          <a:xfrm>
            <a:off x="748730" y="1362158"/>
            <a:ext cx="117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3" name="Google Shape;223;p28"/>
          <p:cNvSpPr txBox="1"/>
          <p:nvPr>
            <p:ph idx="3" type="title"/>
          </p:nvPr>
        </p:nvSpPr>
        <p:spPr>
          <a:xfrm>
            <a:off x="2985367" y="2232697"/>
            <a:ext cx="31206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Dataset &amp; Technical stack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8"/>
          <p:cNvSpPr txBox="1"/>
          <p:nvPr>
            <p:ph idx="4" type="title"/>
          </p:nvPr>
        </p:nvSpPr>
        <p:spPr>
          <a:xfrm>
            <a:off x="3675958" y="1362158"/>
            <a:ext cx="117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5" name="Google Shape;225;p28"/>
          <p:cNvSpPr txBox="1"/>
          <p:nvPr>
            <p:ph idx="6" type="title"/>
          </p:nvPr>
        </p:nvSpPr>
        <p:spPr>
          <a:xfrm>
            <a:off x="148528" y="3396808"/>
            <a:ext cx="2694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Agents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26" name="Google Shape;226;p28"/>
          <p:cNvSpPr txBox="1"/>
          <p:nvPr>
            <p:ph idx="7" type="title"/>
          </p:nvPr>
        </p:nvSpPr>
        <p:spPr>
          <a:xfrm>
            <a:off x="748730" y="2427658"/>
            <a:ext cx="117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27" name="Google Shape;227;p28"/>
          <p:cNvSpPr txBox="1"/>
          <p:nvPr>
            <p:ph idx="9" type="title"/>
          </p:nvPr>
        </p:nvSpPr>
        <p:spPr>
          <a:xfrm>
            <a:off x="2985355" y="3592313"/>
            <a:ext cx="2551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Neo4j Scenarios</a:t>
            </a:r>
            <a:endParaRPr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8"/>
          <p:cNvSpPr txBox="1"/>
          <p:nvPr>
            <p:ph idx="13" type="title"/>
          </p:nvPr>
        </p:nvSpPr>
        <p:spPr>
          <a:xfrm>
            <a:off x="3675958" y="2427658"/>
            <a:ext cx="117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29" name="Google Shape;229;p28"/>
          <p:cNvSpPr txBox="1"/>
          <p:nvPr>
            <p:ph idx="15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</a:t>
            </a:r>
            <a:r>
              <a:rPr b="1" lang="en">
                <a:solidFill>
                  <a:schemeClr val="dk1"/>
                </a:solidFill>
              </a:rPr>
              <a:t>contents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30" name="Google Shape;230;p28"/>
          <p:cNvSpPr txBox="1"/>
          <p:nvPr>
            <p:ph idx="6" type="title"/>
          </p:nvPr>
        </p:nvSpPr>
        <p:spPr>
          <a:xfrm>
            <a:off x="60296" y="4135747"/>
            <a:ext cx="2694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DEMO</a:t>
            </a:r>
            <a:endParaRPr sz="1700"/>
          </a:p>
        </p:txBody>
      </p:sp>
      <p:sp>
        <p:nvSpPr>
          <p:cNvPr id="231" name="Google Shape;231;p28"/>
          <p:cNvSpPr txBox="1"/>
          <p:nvPr>
            <p:ph idx="7" type="title"/>
          </p:nvPr>
        </p:nvSpPr>
        <p:spPr>
          <a:xfrm>
            <a:off x="720656" y="3617782"/>
            <a:ext cx="117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232" name="Google Shape;232;p28"/>
          <p:cNvSpPr txBox="1"/>
          <p:nvPr>
            <p:ph idx="9" type="title"/>
          </p:nvPr>
        </p:nvSpPr>
        <p:spPr>
          <a:xfrm>
            <a:off x="2333175" y="4351549"/>
            <a:ext cx="4141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Conclusion &amp; Perspectives</a:t>
            </a:r>
            <a:endParaRPr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233" name="Google Shape;233;p28"/>
          <p:cNvSpPr txBox="1"/>
          <p:nvPr>
            <p:ph idx="13" type="title"/>
          </p:nvPr>
        </p:nvSpPr>
        <p:spPr>
          <a:xfrm>
            <a:off x="3647884" y="3617782"/>
            <a:ext cx="117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234" name="Google Shape;234;p28"/>
          <p:cNvSpPr txBox="1"/>
          <p:nvPr>
            <p:ph idx="3" type="title"/>
          </p:nvPr>
        </p:nvSpPr>
        <p:spPr>
          <a:xfrm>
            <a:off x="5905005" y="2737071"/>
            <a:ext cx="31206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MODELS &amp; SYSTEM ARCHITECTURE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8"/>
          <p:cNvSpPr txBox="1"/>
          <p:nvPr>
            <p:ph idx="4" type="title"/>
          </p:nvPr>
        </p:nvSpPr>
        <p:spPr>
          <a:xfrm>
            <a:off x="6610660" y="1349124"/>
            <a:ext cx="117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36" name="Google Shape;236;p28"/>
          <p:cNvSpPr txBox="1"/>
          <p:nvPr>
            <p:ph idx="9" type="title"/>
          </p:nvPr>
        </p:nvSpPr>
        <p:spPr>
          <a:xfrm>
            <a:off x="6100531" y="3428904"/>
            <a:ext cx="2551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RAG VS GraphRAG VS Agentic GraphRAG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237" name="Google Shape;237;p28"/>
          <p:cNvSpPr txBox="1"/>
          <p:nvPr>
            <p:ph idx="13" type="title"/>
          </p:nvPr>
        </p:nvSpPr>
        <p:spPr>
          <a:xfrm>
            <a:off x="6610660" y="2414624"/>
            <a:ext cx="117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type="title"/>
          </p:nvPr>
        </p:nvSpPr>
        <p:spPr>
          <a:xfrm>
            <a:off x="2210800" y="2438075"/>
            <a:ext cx="4872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PROBLEM STATEMENT</a:t>
            </a:r>
            <a:endParaRPr sz="3300"/>
          </a:p>
        </p:txBody>
      </p:sp>
      <p:sp>
        <p:nvSpPr>
          <p:cNvPr id="243" name="Google Shape;243;p29"/>
          <p:cNvSpPr txBox="1"/>
          <p:nvPr>
            <p:ph idx="2" type="title"/>
          </p:nvPr>
        </p:nvSpPr>
        <p:spPr>
          <a:xfrm>
            <a:off x="2996550" y="1291475"/>
            <a:ext cx="3150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/>
        </p:nvSpPr>
        <p:spPr>
          <a:xfrm>
            <a:off x="240600" y="701929"/>
            <a:ext cx="86628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FF"/>
                </a:solidFill>
                <a:latin typeface="Catamaran"/>
                <a:ea typeface="Catamaran"/>
                <a:cs typeface="Catamaran"/>
                <a:sym typeface="Catamaran"/>
              </a:rPr>
              <a:t>Core Problem:</a:t>
            </a:r>
            <a:endParaRPr b="1" sz="1900">
              <a:solidFill>
                <a:srgbClr val="0000F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tamaran"/>
                <a:ea typeface="Catamaran"/>
                <a:cs typeface="Catamaran"/>
                <a:sym typeface="Catamaran"/>
              </a:rPr>
              <a:t>"How can we develop a reliable, explainable, and accessible AI system to assist in rapid chest X-ray classification for COVID-19 and pneumonia detection?"</a:t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FF"/>
                </a:solidFill>
                <a:latin typeface="Catamaran"/>
                <a:ea typeface="Catamaran"/>
                <a:cs typeface="Catamaran"/>
                <a:sym typeface="Catamaran"/>
              </a:rPr>
              <a:t>Gap in Existing Solutions:</a:t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tamaran"/>
              <a:buChar char="●"/>
            </a:pPr>
            <a:r>
              <a:rPr lang="en" sz="1800">
                <a:latin typeface="Catamaran"/>
                <a:ea typeface="Catamaran"/>
                <a:cs typeface="Catamaran"/>
                <a:sym typeface="Catamaran"/>
              </a:rPr>
              <a:t>Most systems use single black-box models</a:t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tamaran"/>
              <a:buChar char="●"/>
            </a:pPr>
            <a:r>
              <a:rPr lang="en" sz="1800">
                <a:latin typeface="Catamaran"/>
                <a:ea typeface="Catamaran"/>
                <a:cs typeface="Catamaran"/>
                <a:sym typeface="Catamaran"/>
              </a:rPr>
              <a:t>Lack of explainability</a:t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tamaran"/>
              <a:buChar char="●"/>
            </a:pPr>
            <a:r>
              <a:rPr lang="en" sz="1800">
                <a:latin typeface="Catamaran"/>
                <a:ea typeface="Catamaran"/>
                <a:cs typeface="Catamaran"/>
                <a:sym typeface="Catamaran"/>
              </a:rPr>
              <a:t>Heavy computational requirements</a:t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tamaran"/>
              <a:buChar char="●"/>
            </a:pPr>
            <a:r>
              <a:rPr lang="en" sz="1800">
                <a:latin typeface="Catamaran"/>
                <a:ea typeface="Catamaran"/>
                <a:cs typeface="Catamaran"/>
                <a:sym typeface="Catamaran"/>
              </a:rPr>
              <a:t>No case-based reasoning</a:t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FF"/>
                </a:solidFill>
                <a:latin typeface="Catamaran"/>
                <a:ea typeface="Catamaran"/>
                <a:cs typeface="Catamaran"/>
                <a:sym typeface="Catamaran"/>
              </a:rPr>
              <a:t>Main Objective:</a:t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tamaran"/>
                <a:ea typeface="Catamaran"/>
                <a:cs typeface="Catamaran"/>
                <a:sym typeface="Catamaran"/>
              </a:rPr>
              <a:t>Develop an intelligent multi-agent system for automated chest X-ray classification</a:t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>
            <p:ph type="title"/>
          </p:nvPr>
        </p:nvSpPr>
        <p:spPr>
          <a:xfrm>
            <a:off x="1925075" y="2332800"/>
            <a:ext cx="6136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Dataset &amp; </a:t>
            </a:r>
            <a:r>
              <a:rPr lang="en" sz="3300"/>
              <a:t>Technical stack</a:t>
            </a:r>
            <a:endParaRPr sz="3300"/>
          </a:p>
        </p:txBody>
      </p:sp>
      <p:sp>
        <p:nvSpPr>
          <p:cNvPr id="254" name="Google Shape;254;p31"/>
          <p:cNvSpPr txBox="1"/>
          <p:nvPr>
            <p:ph idx="2" type="title"/>
          </p:nvPr>
        </p:nvSpPr>
        <p:spPr>
          <a:xfrm>
            <a:off x="2996550" y="1291475"/>
            <a:ext cx="3150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/>
        </p:nvSpPr>
        <p:spPr>
          <a:xfrm>
            <a:off x="80550" y="488780"/>
            <a:ext cx="547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tamaran"/>
                <a:ea typeface="Catamaran"/>
                <a:cs typeface="Catamaran"/>
                <a:sym typeface="Catamaran"/>
              </a:rPr>
              <a:t>The three classes are used:Normal, Pneumonia, and Covid-19.</a:t>
            </a:r>
            <a:endParaRPr sz="16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60" name="Google Shape;260;p32"/>
          <p:cNvSpPr txBox="1"/>
          <p:nvPr/>
        </p:nvSpPr>
        <p:spPr>
          <a:xfrm>
            <a:off x="80550" y="155630"/>
            <a:ext cx="5020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atamaran"/>
                <a:ea typeface="Catamaran"/>
                <a:cs typeface="Catamaran"/>
                <a:sym typeface="Catamaran"/>
              </a:rPr>
              <a:t>Dataset composition:</a:t>
            </a:r>
            <a:endParaRPr b="1" sz="20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80550" y="1362475"/>
            <a:ext cx="547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tamaran"/>
                <a:ea typeface="Catamaran"/>
                <a:cs typeface="Catamaran"/>
                <a:sym typeface="Catamaran"/>
              </a:rPr>
              <a:t>All images were resized to 224×224 pixels and normalized between 0 and 1(Min–Max).</a:t>
            </a:r>
            <a:endParaRPr sz="16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80550" y="935624"/>
            <a:ext cx="5020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atamaran"/>
                <a:ea typeface="Catamaran"/>
                <a:cs typeface="Catamaran"/>
                <a:sym typeface="Catamaran"/>
              </a:rPr>
              <a:t>Image resizing:</a:t>
            </a:r>
            <a:endParaRPr b="1" sz="20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80550" y="2532825"/>
            <a:ext cx="502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tamaran"/>
                <a:ea typeface="Catamaran"/>
                <a:cs typeface="Catamaran"/>
                <a:sym typeface="Catamaran"/>
              </a:rPr>
              <a:t>80% for training,10% for validation,10% for testing</a:t>
            </a:r>
            <a:endParaRPr sz="16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64" name="Google Shape;264;p32"/>
          <p:cNvSpPr txBox="1"/>
          <p:nvPr/>
        </p:nvSpPr>
        <p:spPr>
          <a:xfrm>
            <a:off x="80550" y="2199675"/>
            <a:ext cx="5020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atamaran"/>
                <a:ea typeface="Catamaran"/>
                <a:cs typeface="Catamaran"/>
                <a:sym typeface="Catamaran"/>
              </a:rPr>
              <a:t>Dataset splitting:</a:t>
            </a:r>
            <a:endParaRPr b="1" sz="2000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265" name="Google Shape;265;p32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01" y="2911776"/>
            <a:ext cx="8038057" cy="21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/>
        </p:nvSpPr>
        <p:spPr>
          <a:xfrm>
            <a:off x="631625" y="360950"/>
            <a:ext cx="7218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Technical stack</a:t>
            </a:r>
            <a:endParaRPr/>
          </a:p>
        </p:txBody>
      </p:sp>
      <p:graphicFrame>
        <p:nvGraphicFramePr>
          <p:cNvPr id="271" name="Google Shape;271;p33"/>
          <p:cNvGraphicFramePr/>
          <p:nvPr/>
        </p:nvGraphicFramePr>
        <p:xfrm>
          <a:off x="98793" y="120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{FEF9F88C-24EA-4503-BEFD-2516B55A8130}</a:tableStyleId>
              </a:tblPr>
              <a:tblGrid>
                <a:gridCol w="1932350"/>
                <a:gridCol w="3211850"/>
                <a:gridCol w="3817275"/>
              </a:tblGrid>
              <a:tr h="451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Category</a:t>
                      </a:r>
                      <a:endParaRPr b="1" sz="1500">
                        <a:solidFill>
                          <a:srgbClr val="0000FF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Tools / Technologies</a:t>
                      </a:r>
                      <a:endParaRPr b="1" sz="1500">
                        <a:solidFill>
                          <a:srgbClr val="0000FF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Description</a:t>
                      </a:r>
                      <a:endParaRPr b="1" sz="1500">
                        <a:solidFill>
                          <a:srgbClr val="0000FF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2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Explainability Tools</a:t>
                      </a:r>
                      <a:endParaRPr b="1"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SHAP</a:t>
                      </a: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, </a:t>
                      </a: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LIME</a:t>
                      </a: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, </a:t>
                      </a: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Grad-CAM</a:t>
                      </a:r>
                      <a:endParaRPr b="1"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Model explainability and visualization methods.</a:t>
                      </a:r>
                      <a:endParaRPr sz="18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Orchestration</a:t>
                      </a:r>
                      <a:endParaRPr b="1"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CrewAI</a:t>
                      </a:r>
                      <a:endParaRPr b="1"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Multi-agent coordination system.</a:t>
                      </a:r>
                      <a:endParaRPr sz="18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Knowledge Graph</a:t>
                      </a:r>
                      <a:endParaRPr b="1"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Neo4j 5.x</a:t>
                      </a: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, </a:t>
                      </a: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Cypher</a:t>
                      </a:r>
                      <a:endParaRPr b="1"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Graph database and query language for relational data.</a:t>
                      </a:r>
                      <a:endParaRPr sz="18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Web Development Stack</a:t>
                      </a:r>
                      <a:endParaRPr b="1"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Flask 3.0+ (Backend)</a:t>
                      </a: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, </a:t>
                      </a: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Bootstrap 5 (Frontend)</a:t>
                      </a:r>
                      <a:endParaRPr b="1"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Full web framework for backend APIs and responsive UI.</a:t>
                      </a:r>
                      <a:endParaRPr sz="18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Containerization</a:t>
                      </a:r>
                      <a:endParaRPr b="1"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Docker</a:t>
                      </a:r>
                      <a:endParaRPr b="1"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Run Neo4j in isolated, portable, and reproducible environments.</a:t>
                      </a:r>
                      <a:endParaRPr sz="18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type="title"/>
          </p:nvPr>
        </p:nvSpPr>
        <p:spPr>
          <a:xfrm>
            <a:off x="1323472" y="2543351"/>
            <a:ext cx="7053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MODELS &amp; </a:t>
            </a:r>
            <a:r>
              <a:rPr lang="en" sz="3000"/>
              <a:t>SYSTEM ARCHITECTURE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77" name="Google Shape;277;p34"/>
          <p:cNvSpPr txBox="1"/>
          <p:nvPr>
            <p:ph idx="2" type="title"/>
          </p:nvPr>
        </p:nvSpPr>
        <p:spPr>
          <a:xfrm>
            <a:off x="2996550" y="1291475"/>
            <a:ext cx="3150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idx="1" type="subTitle"/>
          </p:nvPr>
        </p:nvSpPr>
        <p:spPr>
          <a:xfrm>
            <a:off x="646695" y="1814974"/>
            <a:ext cx="378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ML: XGBoost</a:t>
            </a:r>
            <a:endParaRPr/>
          </a:p>
        </p:txBody>
      </p:sp>
      <p:sp>
        <p:nvSpPr>
          <p:cNvPr id="283" name="Google Shape;283;p35"/>
          <p:cNvSpPr txBox="1"/>
          <p:nvPr>
            <p:ph idx="2" type="subTitle"/>
          </p:nvPr>
        </p:nvSpPr>
        <p:spPr>
          <a:xfrm>
            <a:off x="4720069" y="1814974"/>
            <a:ext cx="409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Deep Learning: MobileNetV2</a:t>
            </a:r>
            <a:endParaRPr sz="2300"/>
          </a:p>
        </p:txBody>
      </p:sp>
      <p:sp>
        <p:nvSpPr>
          <p:cNvPr id="284" name="Google Shape;284;p35"/>
          <p:cNvSpPr txBox="1"/>
          <p:nvPr>
            <p:ph idx="3" type="subTitle"/>
          </p:nvPr>
        </p:nvSpPr>
        <p:spPr>
          <a:xfrm>
            <a:off x="782045" y="2247549"/>
            <a:ext cx="34215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Interpretable feature importance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Fast training and inference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85" name="Google Shape;285;p35"/>
          <p:cNvSpPr txBox="1"/>
          <p:nvPr>
            <p:ph idx="4" type="subTitle"/>
          </p:nvPr>
        </p:nvSpPr>
        <p:spPr>
          <a:xfrm>
            <a:off x="4870472" y="2292667"/>
            <a:ext cx="4619400" cy="13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Pre-trained on ImageNet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</a:rPr>
              <a:t>Transfer Learning:</a:t>
            </a:r>
            <a:endParaRPr b="1" sz="16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-</a:t>
            </a:r>
            <a:r>
              <a:rPr lang="en" sz="1600">
                <a:solidFill>
                  <a:srgbClr val="000000"/>
                </a:solidFill>
              </a:rPr>
              <a:t>Freeze first 100 layers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-Fine-tune last 30 layers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grpSp>
        <p:nvGrpSpPr>
          <p:cNvPr id="286" name="Google Shape;286;p35"/>
          <p:cNvGrpSpPr/>
          <p:nvPr/>
        </p:nvGrpSpPr>
        <p:grpSpPr>
          <a:xfrm>
            <a:off x="2190453" y="1157390"/>
            <a:ext cx="657074" cy="562166"/>
            <a:chOff x="2134667" y="1523256"/>
            <a:chExt cx="415817" cy="355734"/>
          </a:xfrm>
        </p:grpSpPr>
        <p:sp>
          <p:nvSpPr>
            <p:cNvPr id="287" name="Google Shape;287;p35"/>
            <p:cNvSpPr/>
            <p:nvPr/>
          </p:nvSpPr>
          <p:spPr>
            <a:xfrm>
              <a:off x="2143027" y="1845139"/>
              <a:ext cx="403643" cy="27934"/>
            </a:xfrm>
            <a:custGeom>
              <a:rect b="b" l="l" r="r" t="t"/>
              <a:pathLst>
                <a:path extrusionOk="0" h="1067" w="15418">
                  <a:moveTo>
                    <a:pt x="294" y="0"/>
                  </a:moveTo>
                  <a:cubicBezTo>
                    <a:pt x="131" y="0"/>
                    <a:pt x="1" y="130"/>
                    <a:pt x="1" y="289"/>
                  </a:cubicBezTo>
                  <a:lnTo>
                    <a:pt x="1" y="774"/>
                  </a:lnTo>
                  <a:cubicBezTo>
                    <a:pt x="1" y="937"/>
                    <a:pt x="131" y="1062"/>
                    <a:pt x="294" y="1067"/>
                  </a:cubicBezTo>
                  <a:lnTo>
                    <a:pt x="15129" y="1067"/>
                  </a:lnTo>
                  <a:cubicBezTo>
                    <a:pt x="15287" y="1067"/>
                    <a:pt x="15417" y="937"/>
                    <a:pt x="15417" y="774"/>
                  </a:cubicBezTo>
                  <a:lnTo>
                    <a:pt x="15417" y="289"/>
                  </a:lnTo>
                  <a:cubicBezTo>
                    <a:pt x="15417" y="130"/>
                    <a:pt x="15287" y="0"/>
                    <a:pt x="151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5"/>
            <p:cNvSpPr/>
            <p:nvPr/>
          </p:nvSpPr>
          <p:spPr>
            <a:xfrm>
              <a:off x="2509520" y="1845139"/>
              <a:ext cx="37149" cy="27803"/>
            </a:xfrm>
            <a:custGeom>
              <a:rect b="b" l="l" r="r" t="t"/>
              <a:pathLst>
                <a:path extrusionOk="0" h="1062" w="1419">
                  <a:moveTo>
                    <a:pt x="1" y="0"/>
                  </a:moveTo>
                  <a:cubicBezTo>
                    <a:pt x="159" y="0"/>
                    <a:pt x="289" y="130"/>
                    <a:pt x="289" y="289"/>
                  </a:cubicBezTo>
                  <a:lnTo>
                    <a:pt x="289" y="774"/>
                  </a:lnTo>
                  <a:cubicBezTo>
                    <a:pt x="289" y="932"/>
                    <a:pt x="159" y="1062"/>
                    <a:pt x="1" y="1062"/>
                  </a:cubicBezTo>
                  <a:lnTo>
                    <a:pt x="1130" y="1062"/>
                  </a:lnTo>
                  <a:cubicBezTo>
                    <a:pt x="1288" y="1062"/>
                    <a:pt x="1418" y="932"/>
                    <a:pt x="1418" y="774"/>
                  </a:cubicBezTo>
                  <a:lnTo>
                    <a:pt x="1418" y="289"/>
                  </a:lnTo>
                  <a:cubicBezTo>
                    <a:pt x="1418" y="130"/>
                    <a:pt x="1288" y="0"/>
                    <a:pt x="1130" y="0"/>
                  </a:cubicBezTo>
                  <a:close/>
                </a:path>
              </a:pathLst>
            </a:custGeom>
            <a:solidFill>
              <a:srgbClr val="A9BB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5"/>
            <p:cNvSpPr/>
            <p:nvPr/>
          </p:nvSpPr>
          <p:spPr>
            <a:xfrm>
              <a:off x="2158499" y="1612975"/>
              <a:ext cx="372803" cy="232190"/>
            </a:xfrm>
            <a:custGeom>
              <a:rect b="b" l="l" r="r" t="t"/>
              <a:pathLst>
                <a:path extrusionOk="0" h="8869" w="14240">
                  <a:moveTo>
                    <a:pt x="294" y="0"/>
                  </a:moveTo>
                  <a:cubicBezTo>
                    <a:pt x="130" y="0"/>
                    <a:pt x="1" y="130"/>
                    <a:pt x="1" y="293"/>
                  </a:cubicBezTo>
                  <a:lnTo>
                    <a:pt x="1" y="8580"/>
                  </a:lnTo>
                  <a:cubicBezTo>
                    <a:pt x="1" y="8739"/>
                    <a:pt x="130" y="8868"/>
                    <a:pt x="294" y="8868"/>
                  </a:cubicBezTo>
                  <a:lnTo>
                    <a:pt x="13947" y="8868"/>
                  </a:lnTo>
                  <a:cubicBezTo>
                    <a:pt x="14110" y="8868"/>
                    <a:pt x="14240" y="8734"/>
                    <a:pt x="14235" y="8575"/>
                  </a:cubicBezTo>
                  <a:lnTo>
                    <a:pt x="14235" y="288"/>
                  </a:lnTo>
                  <a:cubicBezTo>
                    <a:pt x="14235" y="130"/>
                    <a:pt x="14105" y="0"/>
                    <a:pt x="139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5"/>
            <p:cNvSpPr/>
            <p:nvPr/>
          </p:nvSpPr>
          <p:spPr>
            <a:xfrm>
              <a:off x="2158499" y="1612975"/>
              <a:ext cx="372803" cy="232190"/>
            </a:xfrm>
            <a:custGeom>
              <a:rect b="b" l="l" r="r" t="t"/>
              <a:pathLst>
                <a:path extrusionOk="0" h="8869" w="14240">
                  <a:moveTo>
                    <a:pt x="13274" y="0"/>
                  </a:moveTo>
                  <a:lnTo>
                    <a:pt x="13274" y="7552"/>
                  </a:lnTo>
                  <a:cubicBezTo>
                    <a:pt x="13274" y="7711"/>
                    <a:pt x="13145" y="7840"/>
                    <a:pt x="12986" y="7840"/>
                  </a:cubicBezTo>
                  <a:lnTo>
                    <a:pt x="1" y="7840"/>
                  </a:lnTo>
                  <a:lnTo>
                    <a:pt x="1" y="8580"/>
                  </a:lnTo>
                  <a:cubicBezTo>
                    <a:pt x="1" y="8739"/>
                    <a:pt x="130" y="8868"/>
                    <a:pt x="294" y="8868"/>
                  </a:cubicBezTo>
                  <a:lnTo>
                    <a:pt x="13947" y="8868"/>
                  </a:lnTo>
                  <a:cubicBezTo>
                    <a:pt x="14105" y="8868"/>
                    <a:pt x="14235" y="8739"/>
                    <a:pt x="14235" y="8580"/>
                  </a:cubicBezTo>
                  <a:lnTo>
                    <a:pt x="14235" y="293"/>
                  </a:lnTo>
                  <a:cubicBezTo>
                    <a:pt x="14240" y="130"/>
                    <a:pt x="14110" y="0"/>
                    <a:pt x="139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5"/>
            <p:cNvSpPr/>
            <p:nvPr/>
          </p:nvSpPr>
          <p:spPr>
            <a:xfrm>
              <a:off x="2182899" y="1637244"/>
              <a:ext cx="324030" cy="183522"/>
            </a:xfrm>
            <a:custGeom>
              <a:rect b="b" l="l" r="r" t="t"/>
              <a:pathLst>
                <a:path extrusionOk="0" h="7010" w="12377">
                  <a:moveTo>
                    <a:pt x="1" y="0"/>
                  </a:moveTo>
                  <a:lnTo>
                    <a:pt x="1" y="7009"/>
                  </a:lnTo>
                  <a:lnTo>
                    <a:pt x="12376" y="7009"/>
                  </a:lnTo>
                  <a:lnTo>
                    <a:pt x="1237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5"/>
            <p:cNvSpPr/>
            <p:nvPr/>
          </p:nvSpPr>
          <p:spPr>
            <a:xfrm>
              <a:off x="2182899" y="1637244"/>
              <a:ext cx="324030" cy="183522"/>
            </a:xfrm>
            <a:custGeom>
              <a:rect b="b" l="l" r="r" t="t"/>
              <a:pathLst>
                <a:path extrusionOk="0" h="7010" w="12377">
                  <a:moveTo>
                    <a:pt x="11559" y="0"/>
                  </a:moveTo>
                  <a:lnTo>
                    <a:pt x="11559" y="5318"/>
                  </a:lnTo>
                  <a:cubicBezTo>
                    <a:pt x="11559" y="5799"/>
                    <a:pt x="11165" y="6193"/>
                    <a:pt x="10680" y="6193"/>
                  </a:cubicBezTo>
                  <a:lnTo>
                    <a:pt x="1" y="6193"/>
                  </a:lnTo>
                  <a:lnTo>
                    <a:pt x="1" y="7009"/>
                  </a:lnTo>
                  <a:lnTo>
                    <a:pt x="12376" y="7009"/>
                  </a:lnTo>
                  <a:lnTo>
                    <a:pt x="12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5"/>
            <p:cNvSpPr/>
            <p:nvPr/>
          </p:nvSpPr>
          <p:spPr>
            <a:xfrm>
              <a:off x="2238505" y="1808671"/>
              <a:ext cx="81263" cy="36495"/>
            </a:xfrm>
            <a:custGeom>
              <a:rect b="b" l="l" r="r" t="t"/>
              <a:pathLst>
                <a:path extrusionOk="0" h="1394" w="3104">
                  <a:moveTo>
                    <a:pt x="586" y="0"/>
                  </a:moveTo>
                  <a:cubicBezTo>
                    <a:pt x="260" y="0"/>
                    <a:pt x="0" y="264"/>
                    <a:pt x="0" y="591"/>
                  </a:cubicBezTo>
                  <a:lnTo>
                    <a:pt x="0" y="1393"/>
                  </a:lnTo>
                  <a:lnTo>
                    <a:pt x="3104" y="1393"/>
                  </a:lnTo>
                  <a:lnTo>
                    <a:pt x="3099" y="591"/>
                  </a:lnTo>
                  <a:cubicBezTo>
                    <a:pt x="3099" y="264"/>
                    <a:pt x="2835" y="0"/>
                    <a:pt x="2508" y="0"/>
                  </a:cubicBezTo>
                  <a:close/>
                </a:path>
              </a:pathLst>
            </a:custGeom>
            <a:solidFill>
              <a:srgbClr val="F5F8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5"/>
            <p:cNvSpPr/>
            <p:nvPr/>
          </p:nvSpPr>
          <p:spPr>
            <a:xfrm>
              <a:off x="2280498" y="1808671"/>
              <a:ext cx="39270" cy="36495"/>
            </a:xfrm>
            <a:custGeom>
              <a:rect b="b" l="l" r="r" t="t"/>
              <a:pathLst>
                <a:path extrusionOk="0" h="1394" w="1500">
                  <a:moveTo>
                    <a:pt x="1" y="0"/>
                  </a:moveTo>
                  <a:cubicBezTo>
                    <a:pt x="323" y="0"/>
                    <a:pt x="587" y="264"/>
                    <a:pt x="587" y="591"/>
                  </a:cubicBezTo>
                  <a:lnTo>
                    <a:pt x="587" y="1393"/>
                  </a:lnTo>
                  <a:lnTo>
                    <a:pt x="1500" y="1393"/>
                  </a:lnTo>
                  <a:lnTo>
                    <a:pt x="1500" y="591"/>
                  </a:lnTo>
                  <a:cubicBezTo>
                    <a:pt x="1500" y="264"/>
                    <a:pt x="1235" y="0"/>
                    <a:pt x="909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5"/>
            <p:cNvSpPr/>
            <p:nvPr/>
          </p:nvSpPr>
          <p:spPr>
            <a:xfrm>
              <a:off x="2326417" y="1529330"/>
              <a:ext cx="32332" cy="27620"/>
            </a:xfrm>
            <a:custGeom>
              <a:rect b="b" l="l" r="r" t="t"/>
              <a:pathLst>
                <a:path extrusionOk="0" h="1055" w="1235">
                  <a:moveTo>
                    <a:pt x="706" y="0"/>
                  </a:moveTo>
                  <a:cubicBezTo>
                    <a:pt x="236" y="0"/>
                    <a:pt x="0" y="567"/>
                    <a:pt x="332" y="899"/>
                  </a:cubicBezTo>
                  <a:cubicBezTo>
                    <a:pt x="439" y="1007"/>
                    <a:pt x="573" y="1055"/>
                    <a:pt x="703" y="1055"/>
                  </a:cubicBezTo>
                  <a:cubicBezTo>
                    <a:pt x="974" y="1055"/>
                    <a:pt x="1235" y="847"/>
                    <a:pt x="1235" y="529"/>
                  </a:cubicBezTo>
                  <a:cubicBezTo>
                    <a:pt x="1235" y="236"/>
                    <a:pt x="995" y="0"/>
                    <a:pt x="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5"/>
            <p:cNvSpPr/>
            <p:nvPr/>
          </p:nvSpPr>
          <p:spPr>
            <a:xfrm>
              <a:off x="2134667" y="1523256"/>
              <a:ext cx="415817" cy="355734"/>
            </a:xfrm>
            <a:custGeom>
              <a:rect b="b" l="l" r="r" t="t"/>
              <a:pathLst>
                <a:path extrusionOk="0" h="13588" w="15883">
                  <a:moveTo>
                    <a:pt x="7940" y="465"/>
                  </a:moveTo>
                  <a:cubicBezTo>
                    <a:pt x="7953" y="465"/>
                    <a:pt x="7966" y="466"/>
                    <a:pt x="7980" y="468"/>
                  </a:cubicBezTo>
                  <a:cubicBezTo>
                    <a:pt x="8124" y="487"/>
                    <a:pt x="8234" y="612"/>
                    <a:pt x="8234" y="761"/>
                  </a:cubicBezTo>
                  <a:cubicBezTo>
                    <a:pt x="8234" y="939"/>
                    <a:pt x="8087" y="1056"/>
                    <a:pt x="7935" y="1056"/>
                  </a:cubicBezTo>
                  <a:cubicBezTo>
                    <a:pt x="7858" y="1056"/>
                    <a:pt x="7780" y="1026"/>
                    <a:pt x="7720" y="958"/>
                  </a:cubicBezTo>
                  <a:cubicBezTo>
                    <a:pt x="7547" y="761"/>
                    <a:pt x="7690" y="465"/>
                    <a:pt x="7940" y="465"/>
                  </a:cubicBezTo>
                  <a:close/>
                  <a:moveTo>
                    <a:pt x="8681" y="929"/>
                  </a:moveTo>
                  <a:lnTo>
                    <a:pt x="10963" y="3196"/>
                  </a:lnTo>
                  <a:lnTo>
                    <a:pt x="4920" y="3196"/>
                  </a:lnTo>
                  <a:lnTo>
                    <a:pt x="7202" y="929"/>
                  </a:lnTo>
                  <a:cubicBezTo>
                    <a:pt x="7278" y="1275"/>
                    <a:pt x="7586" y="1520"/>
                    <a:pt x="7941" y="1520"/>
                  </a:cubicBezTo>
                  <a:cubicBezTo>
                    <a:pt x="8297" y="1520"/>
                    <a:pt x="8604" y="1275"/>
                    <a:pt x="8681" y="929"/>
                  </a:cubicBezTo>
                  <a:close/>
                  <a:moveTo>
                    <a:pt x="6210" y="11136"/>
                  </a:moveTo>
                  <a:cubicBezTo>
                    <a:pt x="6445" y="11136"/>
                    <a:pt x="6431" y="11138"/>
                    <a:pt x="6457" y="11142"/>
                  </a:cubicBezTo>
                  <a:cubicBezTo>
                    <a:pt x="6625" y="11176"/>
                    <a:pt x="6745" y="11320"/>
                    <a:pt x="6745" y="11493"/>
                  </a:cubicBezTo>
                  <a:lnTo>
                    <a:pt x="6745" y="12060"/>
                  </a:lnTo>
                  <a:lnTo>
                    <a:pt x="4113" y="12060"/>
                  </a:lnTo>
                  <a:lnTo>
                    <a:pt x="4113" y="11493"/>
                  </a:lnTo>
                  <a:cubicBezTo>
                    <a:pt x="4113" y="11296"/>
                    <a:pt x="4271" y="11138"/>
                    <a:pt x="4468" y="11138"/>
                  </a:cubicBezTo>
                  <a:cubicBezTo>
                    <a:pt x="5491" y="11138"/>
                    <a:pt x="5975" y="11136"/>
                    <a:pt x="6210" y="11136"/>
                  </a:cubicBezTo>
                  <a:close/>
                  <a:moveTo>
                    <a:pt x="14768" y="3658"/>
                  </a:moveTo>
                  <a:cubicBezTo>
                    <a:pt x="14802" y="3662"/>
                    <a:pt x="14826" y="3686"/>
                    <a:pt x="14826" y="3715"/>
                  </a:cubicBezTo>
                  <a:lnTo>
                    <a:pt x="14826" y="12002"/>
                  </a:lnTo>
                  <a:cubicBezTo>
                    <a:pt x="14826" y="12031"/>
                    <a:pt x="14802" y="12055"/>
                    <a:pt x="14768" y="12060"/>
                  </a:cubicBezTo>
                  <a:lnTo>
                    <a:pt x="7211" y="12060"/>
                  </a:lnTo>
                  <a:lnTo>
                    <a:pt x="7211" y="11594"/>
                  </a:lnTo>
                  <a:lnTo>
                    <a:pt x="14129" y="11594"/>
                  </a:lnTo>
                  <a:cubicBezTo>
                    <a:pt x="14254" y="11594"/>
                    <a:pt x="14360" y="11488"/>
                    <a:pt x="14360" y="11363"/>
                  </a:cubicBezTo>
                  <a:lnTo>
                    <a:pt x="14360" y="4354"/>
                  </a:lnTo>
                  <a:cubicBezTo>
                    <a:pt x="14360" y="4229"/>
                    <a:pt x="14254" y="4124"/>
                    <a:pt x="14129" y="4124"/>
                  </a:cubicBezTo>
                  <a:lnTo>
                    <a:pt x="4189" y="4124"/>
                  </a:lnTo>
                  <a:cubicBezTo>
                    <a:pt x="3877" y="4124"/>
                    <a:pt x="3877" y="4590"/>
                    <a:pt x="4189" y="4590"/>
                  </a:cubicBezTo>
                  <a:lnTo>
                    <a:pt x="13894" y="4590"/>
                  </a:lnTo>
                  <a:lnTo>
                    <a:pt x="13894" y="11133"/>
                  </a:lnTo>
                  <a:lnTo>
                    <a:pt x="7130" y="11133"/>
                  </a:lnTo>
                  <a:cubicBezTo>
                    <a:pt x="7000" y="10873"/>
                    <a:pt x="6750" y="10696"/>
                    <a:pt x="6462" y="10672"/>
                  </a:cubicBezTo>
                  <a:cubicBezTo>
                    <a:pt x="6430" y="10670"/>
                    <a:pt x="6193" y="10669"/>
                    <a:pt x="5891" y="10669"/>
                  </a:cubicBezTo>
                  <a:cubicBezTo>
                    <a:pt x="5286" y="10669"/>
                    <a:pt x="4418" y="10672"/>
                    <a:pt x="4396" y="10672"/>
                  </a:cubicBezTo>
                  <a:cubicBezTo>
                    <a:pt x="4108" y="10696"/>
                    <a:pt x="3853" y="10873"/>
                    <a:pt x="3728" y="11133"/>
                  </a:cubicBezTo>
                  <a:lnTo>
                    <a:pt x="1984" y="11133"/>
                  </a:lnTo>
                  <a:lnTo>
                    <a:pt x="1984" y="4590"/>
                  </a:lnTo>
                  <a:lnTo>
                    <a:pt x="3320" y="4590"/>
                  </a:lnTo>
                  <a:cubicBezTo>
                    <a:pt x="3627" y="4590"/>
                    <a:pt x="3627" y="4124"/>
                    <a:pt x="3320" y="4124"/>
                  </a:cubicBezTo>
                  <a:lnTo>
                    <a:pt x="1754" y="4124"/>
                  </a:lnTo>
                  <a:cubicBezTo>
                    <a:pt x="1624" y="4124"/>
                    <a:pt x="1523" y="4229"/>
                    <a:pt x="1523" y="4354"/>
                  </a:cubicBezTo>
                  <a:lnTo>
                    <a:pt x="1523" y="11363"/>
                  </a:lnTo>
                  <a:cubicBezTo>
                    <a:pt x="1523" y="11488"/>
                    <a:pt x="1624" y="11594"/>
                    <a:pt x="1754" y="11594"/>
                  </a:cubicBezTo>
                  <a:lnTo>
                    <a:pt x="3647" y="11594"/>
                  </a:lnTo>
                  <a:lnTo>
                    <a:pt x="3647" y="12060"/>
                  </a:lnTo>
                  <a:lnTo>
                    <a:pt x="1115" y="12060"/>
                  </a:lnTo>
                  <a:cubicBezTo>
                    <a:pt x="1081" y="12055"/>
                    <a:pt x="1057" y="12031"/>
                    <a:pt x="1057" y="12002"/>
                  </a:cubicBezTo>
                  <a:lnTo>
                    <a:pt x="1057" y="3715"/>
                  </a:lnTo>
                  <a:cubicBezTo>
                    <a:pt x="1057" y="3686"/>
                    <a:pt x="1081" y="3662"/>
                    <a:pt x="1115" y="3658"/>
                  </a:cubicBezTo>
                  <a:close/>
                  <a:moveTo>
                    <a:pt x="7941" y="1"/>
                  </a:moveTo>
                  <a:cubicBezTo>
                    <a:pt x="7654" y="1"/>
                    <a:pt x="7367" y="110"/>
                    <a:pt x="7149" y="328"/>
                  </a:cubicBezTo>
                  <a:lnTo>
                    <a:pt x="4257" y="3196"/>
                  </a:lnTo>
                  <a:lnTo>
                    <a:pt x="1115" y="3196"/>
                  </a:lnTo>
                  <a:cubicBezTo>
                    <a:pt x="827" y="3196"/>
                    <a:pt x="591" y="3427"/>
                    <a:pt x="591" y="3715"/>
                  </a:cubicBezTo>
                  <a:lnTo>
                    <a:pt x="591" y="12002"/>
                  </a:lnTo>
                  <a:cubicBezTo>
                    <a:pt x="591" y="12021"/>
                    <a:pt x="591" y="12041"/>
                    <a:pt x="591" y="12060"/>
                  </a:cubicBezTo>
                  <a:lnTo>
                    <a:pt x="524" y="12060"/>
                  </a:lnTo>
                  <a:cubicBezTo>
                    <a:pt x="236" y="12060"/>
                    <a:pt x="0" y="12295"/>
                    <a:pt x="0" y="12584"/>
                  </a:cubicBezTo>
                  <a:lnTo>
                    <a:pt x="0" y="13069"/>
                  </a:lnTo>
                  <a:cubicBezTo>
                    <a:pt x="0" y="13357"/>
                    <a:pt x="236" y="13588"/>
                    <a:pt x="524" y="13588"/>
                  </a:cubicBezTo>
                  <a:lnTo>
                    <a:pt x="9897" y="13588"/>
                  </a:lnTo>
                  <a:cubicBezTo>
                    <a:pt x="10204" y="13588"/>
                    <a:pt x="10204" y="13122"/>
                    <a:pt x="9897" y="13122"/>
                  </a:cubicBezTo>
                  <a:lnTo>
                    <a:pt x="524" y="13122"/>
                  </a:lnTo>
                  <a:cubicBezTo>
                    <a:pt x="490" y="13122"/>
                    <a:pt x="466" y="13098"/>
                    <a:pt x="466" y="13069"/>
                  </a:cubicBezTo>
                  <a:lnTo>
                    <a:pt x="466" y="12579"/>
                  </a:lnTo>
                  <a:cubicBezTo>
                    <a:pt x="466" y="12550"/>
                    <a:pt x="490" y="12526"/>
                    <a:pt x="524" y="12526"/>
                  </a:cubicBezTo>
                  <a:lnTo>
                    <a:pt x="15359" y="12526"/>
                  </a:lnTo>
                  <a:cubicBezTo>
                    <a:pt x="15392" y="12526"/>
                    <a:pt x="15417" y="12550"/>
                    <a:pt x="15417" y="12579"/>
                  </a:cubicBezTo>
                  <a:lnTo>
                    <a:pt x="15417" y="13069"/>
                  </a:lnTo>
                  <a:cubicBezTo>
                    <a:pt x="15417" y="13098"/>
                    <a:pt x="15392" y="13122"/>
                    <a:pt x="15359" y="13122"/>
                  </a:cubicBezTo>
                  <a:lnTo>
                    <a:pt x="10761" y="13122"/>
                  </a:lnTo>
                  <a:cubicBezTo>
                    <a:pt x="10454" y="13122"/>
                    <a:pt x="10454" y="13588"/>
                    <a:pt x="10761" y="13588"/>
                  </a:cubicBezTo>
                  <a:lnTo>
                    <a:pt x="15359" y="13588"/>
                  </a:lnTo>
                  <a:cubicBezTo>
                    <a:pt x="15647" y="13588"/>
                    <a:pt x="15882" y="13357"/>
                    <a:pt x="15882" y="13069"/>
                  </a:cubicBezTo>
                  <a:lnTo>
                    <a:pt x="15882" y="12584"/>
                  </a:lnTo>
                  <a:cubicBezTo>
                    <a:pt x="15878" y="12295"/>
                    <a:pt x="15647" y="12065"/>
                    <a:pt x="15359" y="12060"/>
                  </a:cubicBezTo>
                  <a:lnTo>
                    <a:pt x="15287" y="12060"/>
                  </a:lnTo>
                  <a:cubicBezTo>
                    <a:pt x="15292" y="12041"/>
                    <a:pt x="15292" y="12026"/>
                    <a:pt x="15292" y="12007"/>
                  </a:cubicBezTo>
                  <a:lnTo>
                    <a:pt x="15292" y="3720"/>
                  </a:lnTo>
                  <a:cubicBezTo>
                    <a:pt x="15292" y="3432"/>
                    <a:pt x="15056" y="3196"/>
                    <a:pt x="14768" y="3196"/>
                  </a:cubicBezTo>
                  <a:lnTo>
                    <a:pt x="11621" y="3196"/>
                  </a:lnTo>
                  <a:lnTo>
                    <a:pt x="8734" y="328"/>
                  </a:lnTo>
                  <a:cubicBezTo>
                    <a:pt x="8515" y="110"/>
                    <a:pt x="8228" y="1"/>
                    <a:pt x="79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" name="Google Shape;297;p35"/>
          <p:cNvGrpSpPr/>
          <p:nvPr/>
        </p:nvGrpSpPr>
        <p:grpSpPr>
          <a:xfrm>
            <a:off x="5938930" y="1196363"/>
            <a:ext cx="650331" cy="533743"/>
            <a:chOff x="3900804" y="1547918"/>
            <a:chExt cx="411550" cy="337748"/>
          </a:xfrm>
        </p:grpSpPr>
        <p:sp>
          <p:nvSpPr>
            <p:cNvPr id="298" name="Google Shape;298;p35"/>
            <p:cNvSpPr/>
            <p:nvPr/>
          </p:nvSpPr>
          <p:spPr>
            <a:xfrm>
              <a:off x="3906956" y="1582266"/>
              <a:ext cx="399350" cy="267298"/>
            </a:xfrm>
            <a:custGeom>
              <a:rect b="b" l="l" r="r" t="t"/>
              <a:pathLst>
                <a:path extrusionOk="0" h="10210" w="15254">
                  <a:moveTo>
                    <a:pt x="299" y="1"/>
                  </a:moveTo>
                  <a:cubicBezTo>
                    <a:pt x="130" y="1"/>
                    <a:pt x="1" y="135"/>
                    <a:pt x="1" y="299"/>
                  </a:cubicBezTo>
                  <a:lnTo>
                    <a:pt x="1" y="9907"/>
                  </a:lnTo>
                  <a:cubicBezTo>
                    <a:pt x="1" y="10075"/>
                    <a:pt x="130" y="10209"/>
                    <a:pt x="299" y="10209"/>
                  </a:cubicBezTo>
                  <a:lnTo>
                    <a:pt x="14951" y="10209"/>
                  </a:lnTo>
                  <a:cubicBezTo>
                    <a:pt x="15119" y="10209"/>
                    <a:pt x="15254" y="10075"/>
                    <a:pt x="15254" y="9907"/>
                  </a:cubicBezTo>
                  <a:lnTo>
                    <a:pt x="15254" y="9330"/>
                  </a:lnTo>
                  <a:lnTo>
                    <a:pt x="15254" y="299"/>
                  </a:lnTo>
                  <a:cubicBezTo>
                    <a:pt x="15254" y="135"/>
                    <a:pt x="15119" y="1"/>
                    <a:pt x="149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3934629" y="1582266"/>
              <a:ext cx="371677" cy="244286"/>
            </a:xfrm>
            <a:custGeom>
              <a:rect b="b" l="l" r="r" t="t"/>
              <a:pathLst>
                <a:path extrusionOk="0" h="9331" w="14197">
                  <a:moveTo>
                    <a:pt x="1" y="1"/>
                  </a:moveTo>
                  <a:lnTo>
                    <a:pt x="1" y="9032"/>
                  </a:lnTo>
                  <a:cubicBezTo>
                    <a:pt x="1" y="9196"/>
                    <a:pt x="135" y="9330"/>
                    <a:pt x="299" y="9330"/>
                  </a:cubicBezTo>
                  <a:lnTo>
                    <a:pt x="14197" y="9330"/>
                  </a:lnTo>
                  <a:lnTo>
                    <a:pt x="14197" y="299"/>
                  </a:lnTo>
                  <a:cubicBezTo>
                    <a:pt x="14197" y="135"/>
                    <a:pt x="14062" y="1"/>
                    <a:pt x="13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3947719" y="1553965"/>
              <a:ext cx="317590" cy="271330"/>
            </a:xfrm>
            <a:custGeom>
              <a:rect b="b" l="l" r="r" t="t"/>
              <a:pathLst>
                <a:path extrusionOk="0" h="10364" w="12131">
                  <a:moveTo>
                    <a:pt x="3020" y="0"/>
                  </a:moveTo>
                  <a:cubicBezTo>
                    <a:pt x="2134" y="0"/>
                    <a:pt x="1115" y="161"/>
                    <a:pt x="48" y="640"/>
                  </a:cubicBezTo>
                  <a:cubicBezTo>
                    <a:pt x="19" y="654"/>
                    <a:pt x="0" y="678"/>
                    <a:pt x="0" y="707"/>
                  </a:cubicBezTo>
                  <a:lnTo>
                    <a:pt x="0" y="10248"/>
                  </a:lnTo>
                  <a:cubicBezTo>
                    <a:pt x="0" y="10291"/>
                    <a:pt x="39" y="10325"/>
                    <a:pt x="80" y="10325"/>
                  </a:cubicBezTo>
                  <a:cubicBezTo>
                    <a:pt x="88" y="10325"/>
                    <a:pt x="97" y="10323"/>
                    <a:pt x="106" y="10320"/>
                  </a:cubicBezTo>
                  <a:cubicBezTo>
                    <a:pt x="1153" y="9860"/>
                    <a:pt x="2151" y="9705"/>
                    <a:pt x="3021" y="9705"/>
                  </a:cubicBezTo>
                  <a:cubicBezTo>
                    <a:pt x="4815" y="9705"/>
                    <a:pt x="6063" y="10363"/>
                    <a:pt x="6063" y="10363"/>
                  </a:cubicBezTo>
                  <a:cubicBezTo>
                    <a:pt x="6063" y="10363"/>
                    <a:pt x="7313" y="9705"/>
                    <a:pt x="9108" y="9705"/>
                  </a:cubicBezTo>
                  <a:cubicBezTo>
                    <a:pt x="9979" y="9705"/>
                    <a:pt x="10978" y="9860"/>
                    <a:pt x="12025" y="10320"/>
                  </a:cubicBezTo>
                  <a:cubicBezTo>
                    <a:pt x="12033" y="10323"/>
                    <a:pt x="12042" y="10325"/>
                    <a:pt x="12051" y="10325"/>
                  </a:cubicBezTo>
                  <a:cubicBezTo>
                    <a:pt x="12092" y="10325"/>
                    <a:pt x="12131" y="10291"/>
                    <a:pt x="12131" y="10248"/>
                  </a:cubicBezTo>
                  <a:lnTo>
                    <a:pt x="12131" y="707"/>
                  </a:lnTo>
                  <a:cubicBezTo>
                    <a:pt x="12131" y="678"/>
                    <a:pt x="12111" y="654"/>
                    <a:pt x="12087" y="640"/>
                  </a:cubicBezTo>
                  <a:cubicBezTo>
                    <a:pt x="11021" y="161"/>
                    <a:pt x="10002" y="0"/>
                    <a:pt x="9115" y="0"/>
                  </a:cubicBezTo>
                  <a:cubicBezTo>
                    <a:pt x="7319" y="0"/>
                    <a:pt x="6068" y="659"/>
                    <a:pt x="6068" y="659"/>
                  </a:cubicBezTo>
                  <a:cubicBezTo>
                    <a:pt x="6068" y="659"/>
                    <a:pt x="4816" y="0"/>
                    <a:pt x="30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3961673" y="1553887"/>
              <a:ext cx="303636" cy="248631"/>
            </a:xfrm>
            <a:custGeom>
              <a:rect b="b" l="l" r="r" t="t"/>
              <a:pathLst>
                <a:path extrusionOk="0" h="9497" w="11598">
                  <a:moveTo>
                    <a:pt x="8582" y="1"/>
                  </a:moveTo>
                  <a:cubicBezTo>
                    <a:pt x="6786" y="1"/>
                    <a:pt x="5535" y="662"/>
                    <a:pt x="5535" y="662"/>
                  </a:cubicBezTo>
                  <a:cubicBezTo>
                    <a:pt x="5535" y="662"/>
                    <a:pt x="4284" y="2"/>
                    <a:pt x="2487" y="2"/>
                  </a:cubicBezTo>
                  <a:cubicBezTo>
                    <a:pt x="1741" y="2"/>
                    <a:pt x="902" y="115"/>
                    <a:pt x="20" y="436"/>
                  </a:cubicBezTo>
                  <a:lnTo>
                    <a:pt x="1" y="446"/>
                  </a:lnTo>
                  <a:lnTo>
                    <a:pt x="1" y="9377"/>
                  </a:lnTo>
                  <a:cubicBezTo>
                    <a:pt x="1" y="9420"/>
                    <a:pt x="36" y="9454"/>
                    <a:pt x="78" y="9454"/>
                  </a:cubicBezTo>
                  <a:cubicBezTo>
                    <a:pt x="87" y="9454"/>
                    <a:pt x="97" y="9452"/>
                    <a:pt x="106" y="9449"/>
                  </a:cubicBezTo>
                  <a:cubicBezTo>
                    <a:pt x="1151" y="8990"/>
                    <a:pt x="2091" y="8835"/>
                    <a:pt x="2884" y="8835"/>
                  </a:cubicBezTo>
                  <a:cubicBezTo>
                    <a:pt x="4524" y="8835"/>
                    <a:pt x="5535" y="9497"/>
                    <a:pt x="5535" y="9497"/>
                  </a:cubicBezTo>
                  <a:cubicBezTo>
                    <a:pt x="6630" y="9060"/>
                    <a:pt x="7802" y="8834"/>
                    <a:pt x="8979" y="8834"/>
                  </a:cubicBezTo>
                  <a:cubicBezTo>
                    <a:pt x="8993" y="8834"/>
                    <a:pt x="9007" y="8834"/>
                    <a:pt x="9021" y="8834"/>
                  </a:cubicBezTo>
                  <a:cubicBezTo>
                    <a:pt x="9900" y="8834"/>
                    <a:pt x="10770" y="8983"/>
                    <a:pt x="11598" y="9276"/>
                  </a:cubicBezTo>
                  <a:lnTo>
                    <a:pt x="11598" y="710"/>
                  </a:lnTo>
                  <a:cubicBezTo>
                    <a:pt x="11598" y="681"/>
                    <a:pt x="11583" y="653"/>
                    <a:pt x="11554" y="643"/>
                  </a:cubicBezTo>
                  <a:cubicBezTo>
                    <a:pt x="10488" y="162"/>
                    <a:pt x="9469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4106553" y="1553965"/>
              <a:ext cx="158756" cy="248553"/>
            </a:xfrm>
            <a:custGeom>
              <a:rect b="b" l="l" r="r" t="t"/>
              <a:pathLst>
                <a:path extrusionOk="0" h="9494" w="6064">
                  <a:moveTo>
                    <a:pt x="3048" y="0"/>
                  </a:moveTo>
                  <a:cubicBezTo>
                    <a:pt x="1252" y="0"/>
                    <a:pt x="1" y="659"/>
                    <a:pt x="1" y="659"/>
                  </a:cubicBezTo>
                  <a:lnTo>
                    <a:pt x="1" y="9494"/>
                  </a:lnTo>
                  <a:cubicBezTo>
                    <a:pt x="1096" y="9057"/>
                    <a:pt x="2268" y="8831"/>
                    <a:pt x="3445" y="8831"/>
                  </a:cubicBezTo>
                  <a:cubicBezTo>
                    <a:pt x="3459" y="8831"/>
                    <a:pt x="3473" y="8831"/>
                    <a:pt x="3487" y="8831"/>
                  </a:cubicBezTo>
                  <a:cubicBezTo>
                    <a:pt x="4366" y="8831"/>
                    <a:pt x="5236" y="8980"/>
                    <a:pt x="6064" y="9273"/>
                  </a:cubicBezTo>
                  <a:lnTo>
                    <a:pt x="6064" y="707"/>
                  </a:lnTo>
                  <a:cubicBezTo>
                    <a:pt x="6064" y="678"/>
                    <a:pt x="6049" y="650"/>
                    <a:pt x="6020" y="640"/>
                  </a:cubicBezTo>
                  <a:cubicBezTo>
                    <a:pt x="4954" y="161"/>
                    <a:pt x="3935" y="0"/>
                    <a:pt x="3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4106422" y="1815085"/>
              <a:ext cx="27829" cy="62439"/>
            </a:xfrm>
            <a:custGeom>
              <a:rect b="b" l="l" r="r" t="t"/>
              <a:pathLst>
                <a:path extrusionOk="0" h="2385" w="1063">
                  <a:moveTo>
                    <a:pt x="1063" y="0"/>
                  </a:moveTo>
                  <a:cubicBezTo>
                    <a:pt x="698" y="96"/>
                    <a:pt x="342" y="226"/>
                    <a:pt x="1" y="389"/>
                  </a:cubicBezTo>
                  <a:lnTo>
                    <a:pt x="1" y="2311"/>
                  </a:lnTo>
                  <a:cubicBezTo>
                    <a:pt x="1" y="2355"/>
                    <a:pt x="37" y="2385"/>
                    <a:pt x="75" y="2385"/>
                  </a:cubicBezTo>
                  <a:cubicBezTo>
                    <a:pt x="91" y="2385"/>
                    <a:pt x="107" y="2380"/>
                    <a:pt x="121" y="2368"/>
                  </a:cubicBezTo>
                  <a:lnTo>
                    <a:pt x="496" y="2066"/>
                  </a:lnTo>
                  <a:cubicBezTo>
                    <a:pt x="510" y="2056"/>
                    <a:pt x="527" y="2051"/>
                    <a:pt x="544" y="2051"/>
                  </a:cubicBezTo>
                  <a:cubicBezTo>
                    <a:pt x="561" y="2051"/>
                    <a:pt x="577" y="2056"/>
                    <a:pt x="592" y="2066"/>
                  </a:cubicBezTo>
                  <a:lnTo>
                    <a:pt x="943" y="2364"/>
                  </a:lnTo>
                  <a:cubicBezTo>
                    <a:pt x="957" y="2375"/>
                    <a:pt x="973" y="2380"/>
                    <a:pt x="988" y="2380"/>
                  </a:cubicBezTo>
                  <a:cubicBezTo>
                    <a:pt x="1027" y="2380"/>
                    <a:pt x="1063" y="2350"/>
                    <a:pt x="1063" y="2306"/>
                  </a:cubicBezTo>
                  <a:lnTo>
                    <a:pt x="1063" y="0"/>
                  </a:lnTo>
                  <a:close/>
                </a:path>
              </a:pathLst>
            </a:custGeom>
            <a:solidFill>
              <a:srgbClr val="DEE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3900804" y="1547918"/>
              <a:ext cx="411550" cy="337748"/>
            </a:xfrm>
            <a:custGeom>
              <a:rect b="b" l="l" r="r" t="t"/>
              <a:pathLst>
                <a:path extrusionOk="0" h="12901" w="15720">
                  <a:moveTo>
                    <a:pt x="10912" y="464"/>
                  </a:moveTo>
                  <a:cubicBezTo>
                    <a:pt x="11744" y="464"/>
                    <a:pt x="12697" y="609"/>
                    <a:pt x="13692" y="1039"/>
                  </a:cubicBezTo>
                  <a:lnTo>
                    <a:pt x="13692" y="10244"/>
                  </a:lnTo>
                  <a:cubicBezTo>
                    <a:pt x="12790" y="9885"/>
                    <a:pt x="11837" y="9706"/>
                    <a:pt x="10885" y="9706"/>
                  </a:cubicBezTo>
                  <a:cubicBezTo>
                    <a:pt x="9936" y="9706"/>
                    <a:pt x="8987" y="9884"/>
                    <a:pt x="8090" y="10239"/>
                  </a:cubicBezTo>
                  <a:lnTo>
                    <a:pt x="8090" y="1034"/>
                  </a:lnTo>
                  <a:cubicBezTo>
                    <a:pt x="8438" y="880"/>
                    <a:pt x="9503" y="464"/>
                    <a:pt x="10912" y="464"/>
                  </a:cubicBezTo>
                  <a:close/>
                  <a:moveTo>
                    <a:pt x="4848" y="460"/>
                  </a:moveTo>
                  <a:cubicBezTo>
                    <a:pt x="5840" y="460"/>
                    <a:pt x="6799" y="664"/>
                    <a:pt x="7629" y="1034"/>
                  </a:cubicBezTo>
                  <a:cubicBezTo>
                    <a:pt x="7629" y="2187"/>
                    <a:pt x="7629" y="8894"/>
                    <a:pt x="7629" y="10239"/>
                  </a:cubicBezTo>
                  <a:cubicBezTo>
                    <a:pt x="6731" y="9883"/>
                    <a:pt x="5775" y="9705"/>
                    <a:pt x="4809" y="9705"/>
                  </a:cubicBezTo>
                  <a:cubicBezTo>
                    <a:pt x="3858" y="9705"/>
                    <a:pt x="2912" y="9888"/>
                    <a:pt x="2023" y="10244"/>
                  </a:cubicBezTo>
                  <a:lnTo>
                    <a:pt x="2023" y="5050"/>
                  </a:lnTo>
                  <a:cubicBezTo>
                    <a:pt x="2023" y="4897"/>
                    <a:pt x="1908" y="4820"/>
                    <a:pt x="1792" y="4820"/>
                  </a:cubicBezTo>
                  <a:cubicBezTo>
                    <a:pt x="1677" y="4820"/>
                    <a:pt x="1562" y="4897"/>
                    <a:pt x="1562" y="5050"/>
                  </a:cubicBezTo>
                  <a:lnTo>
                    <a:pt x="1562" y="10479"/>
                  </a:lnTo>
                  <a:cubicBezTo>
                    <a:pt x="1562" y="10647"/>
                    <a:pt x="1701" y="10786"/>
                    <a:pt x="1869" y="10786"/>
                  </a:cubicBezTo>
                  <a:cubicBezTo>
                    <a:pt x="1912" y="10786"/>
                    <a:pt x="1951" y="10777"/>
                    <a:pt x="1989" y="10762"/>
                  </a:cubicBezTo>
                  <a:cubicBezTo>
                    <a:pt x="2878" y="10368"/>
                    <a:pt x="3839" y="10167"/>
                    <a:pt x="4809" y="10167"/>
                  </a:cubicBezTo>
                  <a:cubicBezTo>
                    <a:pt x="5775" y="10167"/>
                    <a:pt x="6736" y="10364"/>
                    <a:pt x="7624" y="10743"/>
                  </a:cubicBezTo>
                  <a:lnTo>
                    <a:pt x="7624" y="11291"/>
                  </a:lnTo>
                  <a:lnTo>
                    <a:pt x="534" y="11291"/>
                  </a:lnTo>
                  <a:cubicBezTo>
                    <a:pt x="495" y="11291"/>
                    <a:pt x="462" y="11262"/>
                    <a:pt x="462" y="11219"/>
                  </a:cubicBezTo>
                  <a:lnTo>
                    <a:pt x="462" y="1611"/>
                  </a:lnTo>
                  <a:cubicBezTo>
                    <a:pt x="462" y="1572"/>
                    <a:pt x="495" y="1543"/>
                    <a:pt x="534" y="1543"/>
                  </a:cubicBezTo>
                  <a:lnTo>
                    <a:pt x="1562" y="1543"/>
                  </a:lnTo>
                  <a:lnTo>
                    <a:pt x="1562" y="4123"/>
                  </a:lnTo>
                  <a:cubicBezTo>
                    <a:pt x="1562" y="4277"/>
                    <a:pt x="1677" y="4354"/>
                    <a:pt x="1792" y="4354"/>
                  </a:cubicBezTo>
                  <a:cubicBezTo>
                    <a:pt x="1908" y="4354"/>
                    <a:pt x="2023" y="4277"/>
                    <a:pt x="2023" y="4123"/>
                  </a:cubicBezTo>
                  <a:lnTo>
                    <a:pt x="2023" y="1039"/>
                  </a:lnTo>
                  <a:cubicBezTo>
                    <a:pt x="2940" y="642"/>
                    <a:pt x="3909" y="460"/>
                    <a:pt x="4848" y="460"/>
                  </a:cubicBezTo>
                  <a:close/>
                  <a:moveTo>
                    <a:pt x="8686" y="10517"/>
                  </a:moveTo>
                  <a:lnTo>
                    <a:pt x="8686" y="12175"/>
                  </a:lnTo>
                  <a:lnTo>
                    <a:pt x="8542" y="12059"/>
                  </a:lnTo>
                  <a:cubicBezTo>
                    <a:pt x="8500" y="12023"/>
                    <a:pt x="8449" y="12005"/>
                    <a:pt x="8397" y="12005"/>
                  </a:cubicBezTo>
                  <a:cubicBezTo>
                    <a:pt x="8347" y="12005"/>
                    <a:pt x="8296" y="12022"/>
                    <a:pt x="8254" y="12055"/>
                  </a:cubicBezTo>
                  <a:lnTo>
                    <a:pt x="8086" y="12184"/>
                  </a:lnTo>
                  <a:lnTo>
                    <a:pt x="8086" y="10743"/>
                  </a:lnTo>
                  <a:cubicBezTo>
                    <a:pt x="8283" y="10657"/>
                    <a:pt x="8480" y="10585"/>
                    <a:pt x="8686" y="10517"/>
                  </a:cubicBezTo>
                  <a:close/>
                  <a:moveTo>
                    <a:pt x="4831" y="1"/>
                  </a:moveTo>
                  <a:cubicBezTo>
                    <a:pt x="3779" y="1"/>
                    <a:pt x="2727" y="221"/>
                    <a:pt x="1744" y="660"/>
                  </a:cubicBezTo>
                  <a:cubicBezTo>
                    <a:pt x="1509" y="765"/>
                    <a:pt x="1571" y="1034"/>
                    <a:pt x="1566" y="1082"/>
                  </a:cubicBezTo>
                  <a:lnTo>
                    <a:pt x="538" y="1082"/>
                  </a:lnTo>
                  <a:cubicBezTo>
                    <a:pt x="241" y="1082"/>
                    <a:pt x="5" y="1322"/>
                    <a:pt x="0" y="1616"/>
                  </a:cubicBezTo>
                  <a:lnTo>
                    <a:pt x="0" y="11224"/>
                  </a:lnTo>
                  <a:cubicBezTo>
                    <a:pt x="5" y="11517"/>
                    <a:pt x="241" y="11757"/>
                    <a:pt x="538" y="11757"/>
                  </a:cubicBezTo>
                  <a:lnTo>
                    <a:pt x="7629" y="11757"/>
                  </a:lnTo>
                  <a:lnTo>
                    <a:pt x="7629" y="12670"/>
                  </a:lnTo>
                  <a:cubicBezTo>
                    <a:pt x="7629" y="12806"/>
                    <a:pt x="7742" y="12898"/>
                    <a:pt x="7861" y="12898"/>
                  </a:cubicBezTo>
                  <a:cubicBezTo>
                    <a:pt x="7910" y="12898"/>
                    <a:pt x="7960" y="12882"/>
                    <a:pt x="8004" y="12847"/>
                  </a:cubicBezTo>
                  <a:lnTo>
                    <a:pt x="8398" y="12535"/>
                  </a:lnTo>
                  <a:cubicBezTo>
                    <a:pt x="8749" y="12804"/>
                    <a:pt x="8777" y="12900"/>
                    <a:pt x="8921" y="12900"/>
                  </a:cubicBezTo>
                  <a:cubicBezTo>
                    <a:pt x="9046" y="12900"/>
                    <a:pt x="9152" y="12794"/>
                    <a:pt x="9152" y="12670"/>
                  </a:cubicBezTo>
                  <a:lnTo>
                    <a:pt x="9152" y="11757"/>
                  </a:lnTo>
                  <a:lnTo>
                    <a:pt x="12275" y="11757"/>
                  </a:lnTo>
                  <a:cubicBezTo>
                    <a:pt x="12582" y="11757"/>
                    <a:pt x="12582" y="11291"/>
                    <a:pt x="12275" y="11291"/>
                  </a:cubicBezTo>
                  <a:lnTo>
                    <a:pt x="9152" y="11291"/>
                  </a:lnTo>
                  <a:lnTo>
                    <a:pt x="9152" y="10383"/>
                  </a:lnTo>
                  <a:cubicBezTo>
                    <a:pt x="9721" y="10239"/>
                    <a:pt x="10302" y="10168"/>
                    <a:pt x="10882" y="10168"/>
                  </a:cubicBezTo>
                  <a:cubicBezTo>
                    <a:pt x="11854" y="10168"/>
                    <a:pt x="12823" y="10368"/>
                    <a:pt x="13726" y="10762"/>
                  </a:cubicBezTo>
                  <a:cubicBezTo>
                    <a:pt x="13766" y="10779"/>
                    <a:pt x="13808" y="10787"/>
                    <a:pt x="13848" y="10787"/>
                  </a:cubicBezTo>
                  <a:cubicBezTo>
                    <a:pt x="14012" y="10787"/>
                    <a:pt x="14158" y="10656"/>
                    <a:pt x="14158" y="10479"/>
                  </a:cubicBezTo>
                  <a:lnTo>
                    <a:pt x="14158" y="1543"/>
                  </a:lnTo>
                  <a:lnTo>
                    <a:pt x="15186" y="1543"/>
                  </a:lnTo>
                  <a:cubicBezTo>
                    <a:pt x="15224" y="1543"/>
                    <a:pt x="15258" y="1577"/>
                    <a:pt x="15258" y="1616"/>
                  </a:cubicBezTo>
                  <a:lnTo>
                    <a:pt x="15258" y="11224"/>
                  </a:lnTo>
                  <a:cubicBezTo>
                    <a:pt x="15258" y="11262"/>
                    <a:pt x="15224" y="11296"/>
                    <a:pt x="15186" y="11296"/>
                  </a:cubicBezTo>
                  <a:lnTo>
                    <a:pt x="13197" y="11296"/>
                  </a:lnTo>
                  <a:cubicBezTo>
                    <a:pt x="12890" y="11296"/>
                    <a:pt x="12890" y="11757"/>
                    <a:pt x="13197" y="11757"/>
                  </a:cubicBezTo>
                  <a:lnTo>
                    <a:pt x="15186" y="11757"/>
                  </a:lnTo>
                  <a:cubicBezTo>
                    <a:pt x="15479" y="11757"/>
                    <a:pt x="15719" y="11517"/>
                    <a:pt x="15719" y="11224"/>
                  </a:cubicBezTo>
                  <a:lnTo>
                    <a:pt x="15719" y="1616"/>
                  </a:lnTo>
                  <a:cubicBezTo>
                    <a:pt x="15719" y="1318"/>
                    <a:pt x="15479" y="1082"/>
                    <a:pt x="15181" y="1082"/>
                  </a:cubicBezTo>
                  <a:lnTo>
                    <a:pt x="14153" y="1082"/>
                  </a:lnTo>
                  <a:cubicBezTo>
                    <a:pt x="14144" y="1029"/>
                    <a:pt x="14211" y="765"/>
                    <a:pt x="13975" y="660"/>
                  </a:cubicBezTo>
                  <a:cubicBezTo>
                    <a:pt x="12964" y="206"/>
                    <a:pt x="11891" y="4"/>
                    <a:pt x="10863" y="4"/>
                  </a:cubicBezTo>
                  <a:cubicBezTo>
                    <a:pt x="9767" y="4"/>
                    <a:pt x="8723" y="234"/>
                    <a:pt x="7860" y="636"/>
                  </a:cubicBezTo>
                  <a:cubicBezTo>
                    <a:pt x="6894" y="212"/>
                    <a:pt x="5862" y="1"/>
                    <a:pt x="48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" name="Google Shape;305;p35"/>
          <p:cNvSpPr/>
          <p:nvPr/>
        </p:nvSpPr>
        <p:spPr>
          <a:xfrm>
            <a:off x="2158745" y="2738999"/>
            <a:ext cx="122100" cy="13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5"/>
          <p:cNvSpPr txBox="1"/>
          <p:nvPr/>
        </p:nvSpPr>
        <p:spPr>
          <a:xfrm>
            <a:off x="584645" y="782966"/>
            <a:ext cx="785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atamaran"/>
                <a:ea typeface="Catamaran"/>
                <a:cs typeface="Catamaran"/>
                <a:sym typeface="Catamaran"/>
              </a:rPr>
              <a:t>Chosen Models:</a:t>
            </a:r>
            <a:endParaRPr b="1" sz="16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07" name="Google Shape;307;p35"/>
          <p:cNvSpPr txBox="1"/>
          <p:nvPr/>
        </p:nvSpPr>
        <p:spPr>
          <a:xfrm>
            <a:off x="1235375" y="3486500"/>
            <a:ext cx="7292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tamaran"/>
                <a:ea typeface="Catamaran"/>
                <a:cs typeface="Catamaran"/>
                <a:sym typeface="Catamaran"/>
              </a:rPr>
              <a:t>Why Multiple Models?</a:t>
            </a:r>
            <a:endParaRPr b="1" sz="1600">
              <a:solidFill>
                <a:srgbClr val="0000F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tamaran"/>
              <a:buChar char="●"/>
            </a:pPr>
            <a:r>
              <a:rPr lang="en" sz="1600">
                <a:latin typeface="Catamaran"/>
                <a:ea typeface="Catamaran"/>
                <a:cs typeface="Catamaran"/>
                <a:sym typeface="Catamaran"/>
              </a:rPr>
              <a:t>Different perspectives reduce bias</a:t>
            </a:r>
            <a:endParaRPr sz="1600"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tamaran"/>
              <a:buChar char="●"/>
            </a:pPr>
            <a:r>
              <a:rPr lang="en" sz="1600">
                <a:latin typeface="Catamaran"/>
                <a:ea typeface="Catamaran"/>
                <a:cs typeface="Catamaran"/>
                <a:sym typeface="Catamaran"/>
              </a:rPr>
              <a:t>Ensemble improves accuracy</a:t>
            </a:r>
            <a:endParaRPr sz="1600"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tamaran"/>
              <a:buChar char="●"/>
            </a:pPr>
            <a:r>
              <a:rPr lang="en" sz="1600">
                <a:latin typeface="Catamaran"/>
                <a:ea typeface="Catamaran"/>
                <a:cs typeface="Catamaran"/>
                <a:sym typeface="Catamaran"/>
              </a:rPr>
              <a:t>Complementary strengths</a:t>
            </a:r>
            <a:endParaRPr sz="1600"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tamaran"/>
              <a:buChar char="●"/>
            </a:pPr>
            <a:r>
              <a:rPr lang="en" sz="1600">
                <a:latin typeface="Catamaran"/>
                <a:ea typeface="Catamaran"/>
                <a:cs typeface="Catamaran"/>
                <a:sym typeface="Catamaran"/>
              </a:rPr>
              <a:t>Robust consensus</a:t>
            </a:r>
            <a:endParaRPr sz="1600"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01" y="152400"/>
            <a:ext cx="523386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6"/>
          <p:cNvSpPr txBox="1"/>
          <p:nvPr/>
        </p:nvSpPr>
        <p:spPr>
          <a:xfrm>
            <a:off x="5414200" y="152400"/>
            <a:ext cx="3729900" cy="490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atamaran"/>
              <a:buChar char="●"/>
            </a:pP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Step-by-Step Flow:</a:t>
            </a:r>
            <a:endParaRPr b="1"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Image Upload</a:t>
            </a:r>
            <a:r>
              <a:rPr lang="en">
                <a:latin typeface="Catamaran"/>
                <a:ea typeface="Catamaran"/>
                <a:cs typeface="Catamaran"/>
                <a:sym typeface="Catamaran"/>
              </a:rPr>
              <a:t> → Patient ID + X-ray image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Preprocessing</a:t>
            </a:r>
            <a:r>
              <a:rPr lang="en">
                <a:latin typeface="Catamaran"/>
                <a:ea typeface="Catamaran"/>
                <a:cs typeface="Catamaran"/>
                <a:sym typeface="Catamaran"/>
              </a:rPr>
              <a:t> → Resize, normalize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AutoNum type="arabicPeriod"/>
            </a:pP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Parallel Processing:</a:t>
            </a:r>
            <a:endParaRPr b="1"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○"/>
            </a:pPr>
            <a:r>
              <a:rPr lang="en">
                <a:latin typeface="Catamaran"/>
                <a:ea typeface="Catamaran"/>
                <a:cs typeface="Catamaran"/>
                <a:sym typeface="Catamaran"/>
              </a:rPr>
              <a:t>Agent 1: Extract features → XGBoost prediction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○"/>
            </a:pPr>
            <a:r>
              <a:rPr lang="en">
                <a:latin typeface="Catamaran"/>
                <a:ea typeface="Catamaran"/>
                <a:cs typeface="Catamaran"/>
                <a:sym typeface="Catamaran"/>
              </a:rPr>
              <a:t>Agent 2: MobileNetV2 prediction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AutoNum type="arabicPeriod"/>
            </a:pP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XAI Generation:</a:t>
            </a:r>
            <a:endParaRPr b="1"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○"/>
            </a:pPr>
            <a:r>
              <a:rPr lang="en">
                <a:latin typeface="Catamaran"/>
                <a:ea typeface="Catamaran"/>
                <a:cs typeface="Catamaran"/>
                <a:sym typeface="Catamaran"/>
              </a:rPr>
              <a:t>Agent 3: Grad-CAM, LIME, SHAP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AutoNum type="arabicPeriod"/>
            </a:pP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Knowledge Storage:</a:t>
            </a:r>
            <a:endParaRPr b="1"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○"/>
            </a:pPr>
            <a:r>
              <a:rPr lang="en">
                <a:latin typeface="Catamaran"/>
                <a:ea typeface="Catamaran"/>
                <a:cs typeface="Catamaran"/>
                <a:sym typeface="Catamaran"/>
              </a:rPr>
              <a:t>Agent 4: Store in Neo4j graph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AutoNum type="arabicPeriod"/>
            </a:pP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Consensus Building:</a:t>
            </a:r>
            <a:endParaRPr b="1"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○"/>
            </a:pPr>
            <a:r>
              <a:rPr lang="en">
                <a:latin typeface="Catamaran"/>
                <a:ea typeface="Catamaran"/>
                <a:cs typeface="Catamaran"/>
                <a:sym typeface="Catamaran"/>
              </a:rPr>
              <a:t>Agent 5: Aggregate predictions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Output</a:t>
            </a:r>
            <a:r>
              <a:rPr lang="en">
                <a:latin typeface="Catamaran"/>
                <a:ea typeface="Catamaran"/>
                <a:cs typeface="Catamaran"/>
                <a:sym typeface="Catamaran"/>
              </a:rPr>
              <a:t> → Final diagnosis + explanations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/>
          <p:nvPr>
            <p:ph type="title"/>
          </p:nvPr>
        </p:nvSpPr>
        <p:spPr>
          <a:xfrm>
            <a:off x="1158038" y="2618549"/>
            <a:ext cx="7053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Agents</a:t>
            </a:r>
            <a:endParaRPr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19" name="Google Shape;319;p37"/>
          <p:cNvSpPr txBox="1"/>
          <p:nvPr>
            <p:ph idx="2" type="title"/>
          </p:nvPr>
        </p:nvSpPr>
        <p:spPr>
          <a:xfrm>
            <a:off x="2996550" y="1291475"/>
            <a:ext cx="3150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38"/>
          <p:cNvGraphicFramePr/>
          <p:nvPr/>
        </p:nvGraphicFramePr>
        <p:xfrm>
          <a:off x="0" y="-4345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{2E22C271-5DBD-4BEF-B7F7-6DDFC35896CD}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0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Agent 1 - XGBoost Classifier</a:t>
                      </a:r>
                      <a:endParaRPr sz="20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   </a:t>
                      </a:r>
                      <a:endParaRPr sz="15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Agent 2 -MobileNetV2</a:t>
                      </a:r>
                      <a:endParaRPr sz="20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Agent 3 - XAI Explainability</a:t>
                      </a:r>
                      <a:endParaRPr sz="20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Agent 4 - Neo4j GraphRAG</a:t>
                      </a:r>
                      <a:endParaRPr sz="20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-</a:t>
                      </a: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Role</a:t>
                      </a: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: Traditional ML Classification Specialist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-Provide feature importance rankings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-</a:t>
                      </a: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Output</a:t>
                      </a: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: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tamaran"/>
                        <a:buChar char="●"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Predicted class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tamaran"/>
                        <a:buChar char="●"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Confidence score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tamaran"/>
                        <a:buChar char="●"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Top 10 contributing features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-</a:t>
                      </a: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Role</a:t>
                      </a: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: Deep Learning Specialist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-End-to-end image classification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-</a:t>
                      </a: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Output</a:t>
                      </a: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: 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tamaran"/>
                        <a:buChar char="●"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Predicted class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tamaran"/>
                        <a:buChar char="●"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Confidence score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tamaran"/>
                        <a:buChar char="●"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Class probabilities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-</a:t>
                      </a: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Role</a:t>
                      </a: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: Model Interpretation Specialist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-</a:t>
                      </a: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Responsibilities</a:t>
                      </a: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: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tamaran"/>
                        <a:buChar char="●"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Generate visual explanations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tamaran"/>
                        <a:buChar char="●"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Identify important image regions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tamaran"/>
                        <a:buChar char="●"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Build clinical trust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-</a:t>
                      </a: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Role</a:t>
                      </a: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: Medical Knowledge Management Specialist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-</a:t>
                      </a:r>
                      <a:r>
                        <a:rPr b="1"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Responsibilities</a:t>
                      </a: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: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tamaran"/>
                        <a:buChar char="●"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Store diagnostic history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tamaran"/>
                        <a:buChar char="●"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Build medical knowledge graph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tamaran"/>
                        <a:buChar char="●"/>
                      </a:pPr>
                      <a:r>
                        <a:rPr lang="en" sz="15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Enable case-based reasoning</a:t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25" name="Google Shape;325;p38"/>
          <p:cNvGrpSpPr/>
          <p:nvPr/>
        </p:nvGrpSpPr>
        <p:grpSpPr>
          <a:xfrm>
            <a:off x="3151510" y="83900"/>
            <a:ext cx="608169" cy="596595"/>
            <a:chOff x="6644992" y="2454243"/>
            <a:chExt cx="375552" cy="368405"/>
          </a:xfrm>
        </p:grpSpPr>
        <p:sp>
          <p:nvSpPr>
            <p:cNvPr id="326" name="Google Shape;326;p38"/>
            <p:cNvSpPr/>
            <p:nvPr/>
          </p:nvSpPr>
          <p:spPr>
            <a:xfrm>
              <a:off x="6652139" y="2461390"/>
              <a:ext cx="178129" cy="354085"/>
            </a:xfrm>
            <a:custGeom>
              <a:rect b="b" l="l" r="r" t="t"/>
              <a:pathLst>
                <a:path extrusionOk="0" h="13525" w="6804">
                  <a:moveTo>
                    <a:pt x="3402" y="1"/>
                  </a:moveTo>
                  <a:cubicBezTo>
                    <a:pt x="1524" y="1"/>
                    <a:pt x="1" y="1524"/>
                    <a:pt x="1" y="3402"/>
                  </a:cubicBezTo>
                  <a:lnTo>
                    <a:pt x="1" y="10128"/>
                  </a:lnTo>
                  <a:cubicBezTo>
                    <a:pt x="1" y="12001"/>
                    <a:pt x="1524" y="13524"/>
                    <a:pt x="3402" y="13524"/>
                  </a:cubicBezTo>
                  <a:cubicBezTo>
                    <a:pt x="3405" y="13524"/>
                    <a:pt x="3408" y="13524"/>
                    <a:pt x="3411" y="13524"/>
                  </a:cubicBezTo>
                  <a:cubicBezTo>
                    <a:pt x="5285" y="13524"/>
                    <a:pt x="6803" y="12003"/>
                    <a:pt x="6799" y="10128"/>
                  </a:cubicBezTo>
                  <a:lnTo>
                    <a:pt x="6799" y="3402"/>
                  </a:lnTo>
                  <a:cubicBezTo>
                    <a:pt x="6799" y="1524"/>
                    <a:pt x="5276" y="1"/>
                    <a:pt x="34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8"/>
            <p:cNvSpPr/>
            <p:nvPr/>
          </p:nvSpPr>
          <p:spPr>
            <a:xfrm>
              <a:off x="6652139" y="2638498"/>
              <a:ext cx="178129" cy="176977"/>
            </a:xfrm>
            <a:custGeom>
              <a:rect b="b" l="l" r="r" t="t"/>
              <a:pathLst>
                <a:path extrusionOk="0" h="6760" w="6804">
                  <a:moveTo>
                    <a:pt x="1" y="0"/>
                  </a:moveTo>
                  <a:lnTo>
                    <a:pt x="1" y="3358"/>
                  </a:lnTo>
                  <a:cubicBezTo>
                    <a:pt x="1" y="5236"/>
                    <a:pt x="1524" y="6759"/>
                    <a:pt x="3402" y="6759"/>
                  </a:cubicBezTo>
                  <a:cubicBezTo>
                    <a:pt x="5281" y="6759"/>
                    <a:pt x="6803" y="5236"/>
                    <a:pt x="6803" y="3358"/>
                  </a:cubicBezTo>
                  <a:lnTo>
                    <a:pt x="6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8"/>
            <p:cNvSpPr/>
            <p:nvPr/>
          </p:nvSpPr>
          <p:spPr>
            <a:xfrm>
              <a:off x="6675413" y="2638498"/>
              <a:ext cx="154724" cy="177108"/>
            </a:xfrm>
            <a:custGeom>
              <a:rect b="b" l="l" r="r" t="t"/>
              <a:pathLst>
                <a:path extrusionOk="0" h="6765" w="5910">
                  <a:moveTo>
                    <a:pt x="4540" y="0"/>
                  </a:moveTo>
                  <a:lnTo>
                    <a:pt x="4540" y="2450"/>
                  </a:lnTo>
                  <a:cubicBezTo>
                    <a:pt x="4540" y="4328"/>
                    <a:pt x="3018" y="5851"/>
                    <a:pt x="1139" y="5851"/>
                  </a:cubicBezTo>
                  <a:cubicBezTo>
                    <a:pt x="750" y="5851"/>
                    <a:pt x="366" y="5784"/>
                    <a:pt x="1" y="5659"/>
                  </a:cubicBezTo>
                  <a:lnTo>
                    <a:pt x="1" y="5659"/>
                  </a:lnTo>
                  <a:cubicBezTo>
                    <a:pt x="658" y="6376"/>
                    <a:pt x="1574" y="6764"/>
                    <a:pt x="2512" y="6764"/>
                  </a:cubicBezTo>
                  <a:cubicBezTo>
                    <a:pt x="2925" y="6764"/>
                    <a:pt x="3342" y="6689"/>
                    <a:pt x="3743" y="6533"/>
                  </a:cubicBezTo>
                  <a:cubicBezTo>
                    <a:pt x="5050" y="6024"/>
                    <a:pt x="5910" y="4766"/>
                    <a:pt x="5910" y="3363"/>
                  </a:cubicBezTo>
                  <a:lnTo>
                    <a:pt x="59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8"/>
            <p:cNvSpPr/>
            <p:nvPr/>
          </p:nvSpPr>
          <p:spPr>
            <a:xfrm>
              <a:off x="6856029" y="2491890"/>
              <a:ext cx="157604" cy="150168"/>
            </a:xfrm>
            <a:custGeom>
              <a:rect b="b" l="l" r="r" t="t"/>
              <a:pathLst>
                <a:path extrusionOk="0" h="5736" w="6020">
                  <a:moveTo>
                    <a:pt x="2869" y="0"/>
                  </a:moveTo>
                  <a:cubicBezTo>
                    <a:pt x="2500" y="0"/>
                    <a:pt x="2127" y="72"/>
                    <a:pt x="1773" y="220"/>
                  </a:cubicBezTo>
                  <a:cubicBezTo>
                    <a:pt x="702" y="661"/>
                    <a:pt x="0" y="1709"/>
                    <a:pt x="0" y="2867"/>
                  </a:cubicBezTo>
                  <a:cubicBezTo>
                    <a:pt x="0" y="4029"/>
                    <a:pt x="702" y="5072"/>
                    <a:pt x="1773" y="5518"/>
                  </a:cubicBezTo>
                  <a:cubicBezTo>
                    <a:pt x="2127" y="5664"/>
                    <a:pt x="2499" y="5735"/>
                    <a:pt x="2868" y="5735"/>
                  </a:cubicBezTo>
                  <a:cubicBezTo>
                    <a:pt x="3615" y="5735"/>
                    <a:pt x="4349" y="5444"/>
                    <a:pt x="4896" y="4894"/>
                  </a:cubicBezTo>
                  <a:cubicBezTo>
                    <a:pt x="6020" y="3774"/>
                    <a:pt x="6020" y="1959"/>
                    <a:pt x="4896" y="839"/>
                  </a:cubicBezTo>
                  <a:cubicBezTo>
                    <a:pt x="4349" y="293"/>
                    <a:pt x="3616" y="0"/>
                    <a:pt x="2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8"/>
            <p:cNvSpPr/>
            <p:nvPr/>
          </p:nvSpPr>
          <p:spPr>
            <a:xfrm>
              <a:off x="6866448" y="2502284"/>
              <a:ext cx="147053" cy="139854"/>
            </a:xfrm>
            <a:custGeom>
              <a:rect b="b" l="l" r="r" t="t"/>
              <a:pathLst>
                <a:path extrusionOk="0" h="5342" w="5617">
                  <a:moveTo>
                    <a:pt x="3931" y="0"/>
                  </a:moveTo>
                  <a:lnTo>
                    <a:pt x="3931" y="0"/>
                  </a:lnTo>
                  <a:cubicBezTo>
                    <a:pt x="4594" y="1129"/>
                    <a:pt x="4411" y="2561"/>
                    <a:pt x="3484" y="3488"/>
                  </a:cubicBezTo>
                  <a:cubicBezTo>
                    <a:pt x="2932" y="4039"/>
                    <a:pt x="2197" y="4326"/>
                    <a:pt x="1455" y="4326"/>
                  </a:cubicBezTo>
                  <a:cubicBezTo>
                    <a:pt x="956" y="4326"/>
                    <a:pt x="453" y="4197"/>
                    <a:pt x="1" y="3930"/>
                  </a:cubicBezTo>
                  <a:lnTo>
                    <a:pt x="1" y="3930"/>
                  </a:lnTo>
                  <a:cubicBezTo>
                    <a:pt x="121" y="4137"/>
                    <a:pt x="270" y="4329"/>
                    <a:pt x="443" y="4502"/>
                  </a:cubicBezTo>
                  <a:cubicBezTo>
                    <a:pt x="1003" y="5061"/>
                    <a:pt x="1736" y="5341"/>
                    <a:pt x="2470" y="5341"/>
                  </a:cubicBezTo>
                  <a:cubicBezTo>
                    <a:pt x="3204" y="5341"/>
                    <a:pt x="3938" y="5061"/>
                    <a:pt x="4498" y="4502"/>
                  </a:cubicBezTo>
                  <a:cubicBezTo>
                    <a:pt x="5617" y="3382"/>
                    <a:pt x="5617" y="1566"/>
                    <a:pt x="4498" y="447"/>
                  </a:cubicBezTo>
                  <a:lnTo>
                    <a:pt x="4498" y="442"/>
                  </a:lnTo>
                  <a:cubicBezTo>
                    <a:pt x="4329" y="274"/>
                    <a:pt x="4137" y="125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8"/>
            <p:cNvSpPr/>
            <p:nvPr/>
          </p:nvSpPr>
          <p:spPr>
            <a:xfrm>
              <a:off x="6856029" y="2657191"/>
              <a:ext cx="157604" cy="150142"/>
            </a:xfrm>
            <a:custGeom>
              <a:rect b="b" l="l" r="r" t="t"/>
              <a:pathLst>
                <a:path extrusionOk="0" h="5735" w="6020">
                  <a:moveTo>
                    <a:pt x="2869" y="1"/>
                  </a:moveTo>
                  <a:cubicBezTo>
                    <a:pt x="2500" y="1"/>
                    <a:pt x="2127" y="72"/>
                    <a:pt x="1773" y="218"/>
                  </a:cubicBezTo>
                  <a:cubicBezTo>
                    <a:pt x="702" y="660"/>
                    <a:pt x="0" y="1707"/>
                    <a:pt x="0" y="2865"/>
                  </a:cubicBezTo>
                  <a:cubicBezTo>
                    <a:pt x="0" y="4028"/>
                    <a:pt x="702" y="5070"/>
                    <a:pt x="1773" y="5517"/>
                  </a:cubicBezTo>
                  <a:cubicBezTo>
                    <a:pt x="2127" y="5663"/>
                    <a:pt x="2500" y="5734"/>
                    <a:pt x="2869" y="5734"/>
                  </a:cubicBezTo>
                  <a:cubicBezTo>
                    <a:pt x="3615" y="5734"/>
                    <a:pt x="4349" y="5444"/>
                    <a:pt x="4896" y="4897"/>
                  </a:cubicBezTo>
                  <a:cubicBezTo>
                    <a:pt x="6020" y="3773"/>
                    <a:pt x="6020" y="1957"/>
                    <a:pt x="4896" y="838"/>
                  </a:cubicBezTo>
                  <a:cubicBezTo>
                    <a:pt x="4349" y="291"/>
                    <a:pt x="3615" y="1"/>
                    <a:pt x="2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8"/>
            <p:cNvSpPr/>
            <p:nvPr/>
          </p:nvSpPr>
          <p:spPr>
            <a:xfrm>
              <a:off x="6866448" y="2667663"/>
              <a:ext cx="147184" cy="139827"/>
            </a:xfrm>
            <a:custGeom>
              <a:rect b="b" l="l" r="r" t="t"/>
              <a:pathLst>
                <a:path extrusionOk="0" h="5341" w="5622">
                  <a:moveTo>
                    <a:pt x="3936" y="1"/>
                  </a:moveTo>
                  <a:lnTo>
                    <a:pt x="3936" y="1"/>
                  </a:lnTo>
                  <a:cubicBezTo>
                    <a:pt x="4603" y="1130"/>
                    <a:pt x="4421" y="2566"/>
                    <a:pt x="3494" y="3493"/>
                  </a:cubicBezTo>
                  <a:cubicBezTo>
                    <a:pt x="2940" y="4047"/>
                    <a:pt x="2204" y="4335"/>
                    <a:pt x="1461" y="4335"/>
                  </a:cubicBezTo>
                  <a:cubicBezTo>
                    <a:pt x="960" y="4335"/>
                    <a:pt x="456" y="4204"/>
                    <a:pt x="1" y="3935"/>
                  </a:cubicBezTo>
                  <a:lnTo>
                    <a:pt x="1" y="3935"/>
                  </a:lnTo>
                  <a:cubicBezTo>
                    <a:pt x="121" y="4142"/>
                    <a:pt x="270" y="4329"/>
                    <a:pt x="443" y="4497"/>
                  </a:cubicBezTo>
                  <a:cubicBezTo>
                    <a:pt x="1003" y="5059"/>
                    <a:pt x="1736" y="5340"/>
                    <a:pt x="2470" y="5340"/>
                  </a:cubicBezTo>
                  <a:cubicBezTo>
                    <a:pt x="3204" y="5340"/>
                    <a:pt x="3938" y="5059"/>
                    <a:pt x="4498" y="4497"/>
                  </a:cubicBezTo>
                  <a:cubicBezTo>
                    <a:pt x="5622" y="3378"/>
                    <a:pt x="5622" y="1562"/>
                    <a:pt x="4498" y="438"/>
                  </a:cubicBezTo>
                  <a:cubicBezTo>
                    <a:pt x="4329" y="270"/>
                    <a:pt x="4142" y="121"/>
                    <a:pt x="39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8"/>
            <p:cNvSpPr/>
            <p:nvPr/>
          </p:nvSpPr>
          <p:spPr>
            <a:xfrm>
              <a:off x="6644992" y="2454243"/>
              <a:ext cx="190800" cy="368405"/>
            </a:xfrm>
            <a:custGeom>
              <a:rect b="b" l="l" r="r" t="t"/>
              <a:pathLst>
                <a:path extrusionOk="0" h="14072" w="7288">
                  <a:moveTo>
                    <a:pt x="3675" y="413"/>
                  </a:moveTo>
                  <a:cubicBezTo>
                    <a:pt x="5443" y="413"/>
                    <a:pt x="6870" y="1845"/>
                    <a:pt x="6875" y="3608"/>
                  </a:cubicBezTo>
                  <a:lnTo>
                    <a:pt x="6870" y="6831"/>
                  </a:lnTo>
                  <a:lnTo>
                    <a:pt x="3622" y="6831"/>
                  </a:lnTo>
                  <a:cubicBezTo>
                    <a:pt x="3348" y="6831"/>
                    <a:pt x="3348" y="7245"/>
                    <a:pt x="3622" y="7245"/>
                  </a:cubicBezTo>
                  <a:lnTo>
                    <a:pt x="6870" y="7245"/>
                  </a:lnTo>
                  <a:lnTo>
                    <a:pt x="6870" y="10468"/>
                  </a:lnTo>
                  <a:cubicBezTo>
                    <a:pt x="6870" y="12231"/>
                    <a:pt x="5438" y="13658"/>
                    <a:pt x="3675" y="13663"/>
                  </a:cubicBezTo>
                  <a:lnTo>
                    <a:pt x="3608" y="13663"/>
                  </a:lnTo>
                  <a:cubicBezTo>
                    <a:pt x="1845" y="13658"/>
                    <a:pt x="413" y="12231"/>
                    <a:pt x="413" y="10468"/>
                  </a:cubicBezTo>
                  <a:lnTo>
                    <a:pt x="413" y="7240"/>
                  </a:lnTo>
                  <a:lnTo>
                    <a:pt x="2565" y="7240"/>
                  </a:lnTo>
                  <a:cubicBezTo>
                    <a:pt x="2839" y="7240"/>
                    <a:pt x="2839" y="6831"/>
                    <a:pt x="2565" y="6831"/>
                  </a:cubicBezTo>
                  <a:lnTo>
                    <a:pt x="413" y="6831"/>
                  </a:lnTo>
                  <a:lnTo>
                    <a:pt x="413" y="3608"/>
                  </a:lnTo>
                  <a:cubicBezTo>
                    <a:pt x="413" y="1845"/>
                    <a:pt x="1845" y="413"/>
                    <a:pt x="3608" y="413"/>
                  </a:cubicBezTo>
                  <a:close/>
                  <a:moveTo>
                    <a:pt x="3608" y="0"/>
                  </a:moveTo>
                  <a:cubicBezTo>
                    <a:pt x="1614" y="0"/>
                    <a:pt x="0" y="1614"/>
                    <a:pt x="0" y="3608"/>
                  </a:cubicBezTo>
                  <a:lnTo>
                    <a:pt x="0" y="10468"/>
                  </a:lnTo>
                  <a:cubicBezTo>
                    <a:pt x="0" y="12457"/>
                    <a:pt x="1614" y="14071"/>
                    <a:pt x="3608" y="14071"/>
                  </a:cubicBezTo>
                  <a:lnTo>
                    <a:pt x="3675" y="14071"/>
                  </a:lnTo>
                  <a:cubicBezTo>
                    <a:pt x="5669" y="14071"/>
                    <a:pt x="7283" y="12457"/>
                    <a:pt x="7288" y="10463"/>
                  </a:cubicBezTo>
                  <a:lnTo>
                    <a:pt x="7288" y="3608"/>
                  </a:lnTo>
                  <a:cubicBezTo>
                    <a:pt x="7283" y="1614"/>
                    <a:pt x="5669" y="5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8"/>
            <p:cNvSpPr/>
            <p:nvPr/>
          </p:nvSpPr>
          <p:spPr>
            <a:xfrm>
              <a:off x="6844457" y="2485162"/>
              <a:ext cx="175354" cy="162525"/>
            </a:xfrm>
            <a:custGeom>
              <a:rect b="b" l="l" r="r" t="t"/>
              <a:pathLst>
                <a:path extrusionOk="0" h="6208" w="6698">
                  <a:moveTo>
                    <a:pt x="3346" y="413"/>
                  </a:moveTo>
                  <a:cubicBezTo>
                    <a:pt x="4037" y="413"/>
                    <a:pt x="4727" y="678"/>
                    <a:pt x="5251" y="1202"/>
                  </a:cubicBezTo>
                  <a:cubicBezTo>
                    <a:pt x="6246" y="2192"/>
                    <a:pt x="6308" y="3786"/>
                    <a:pt x="5395" y="4853"/>
                  </a:cubicBezTo>
                  <a:lnTo>
                    <a:pt x="4127" y="3585"/>
                  </a:lnTo>
                  <a:cubicBezTo>
                    <a:pt x="4081" y="3539"/>
                    <a:pt x="4030" y="3519"/>
                    <a:pt x="3981" y="3519"/>
                  </a:cubicBezTo>
                  <a:cubicBezTo>
                    <a:pt x="3820" y="3519"/>
                    <a:pt x="3683" y="3727"/>
                    <a:pt x="3834" y="3878"/>
                  </a:cubicBezTo>
                  <a:lnTo>
                    <a:pt x="5102" y="5146"/>
                  </a:lnTo>
                  <a:cubicBezTo>
                    <a:pt x="4598" y="5578"/>
                    <a:pt x="3976" y="5791"/>
                    <a:pt x="3356" y="5791"/>
                  </a:cubicBezTo>
                  <a:cubicBezTo>
                    <a:pt x="2665" y="5791"/>
                    <a:pt x="1975" y="5526"/>
                    <a:pt x="1451" y="5002"/>
                  </a:cubicBezTo>
                  <a:cubicBezTo>
                    <a:pt x="457" y="4007"/>
                    <a:pt x="394" y="2417"/>
                    <a:pt x="1307" y="1351"/>
                  </a:cubicBezTo>
                  <a:lnTo>
                    <a:pt x="1307" y="1351"/>
                  </a:lnTo>
                  <a:lnTo>
                    <a:pt x="3205" y="3248"/>
                  </a:lnTo>
                  <a:cubicBezTo>
                    <a:pt x="3251" y="3294"/>
                    <a:pt x="3302" y="3314"/>
                    <a:pt x="3351" y="3314"/>
                  </a:cubicBezTo>
                  <a:cubicBezTo>
                    <a:pt x="3512" y="3314"/>
                    <a:pt x="3649" y="3106"/>
                    <a:pt x="3498" y="2955"/>
                  </a:cubicBezTo>
                  <a:lnTo>
                    <a:pt x="1600" y="1058"/>
                  </a:lnTo>
                  <a:cubicBezTo>
                    <a:pt x="2104" y="626"/>
                    <a:pt x="2726" y="413"/>
                    <a:pt x="3346" y="413"/>
                  </a:cubicBezTo>
                  <a:close/>
                  <a:moveTo>
                    <a:pt x="3349" y="1"/>
                  </a:moveTo>
                  <a:cubicBezTo>
                    <a:pt x="2095" y="1"/>
                    <a:pt x="961" y="755"/>
                    <a:pt x="481" y="1918"/>
                  </a:cubicBezTo>
                  <a:cubicBezTo>
                    <a:pt x="0" y="3075"/>
                    <a:pt x="269" y="4411"/>
                    <a:pt x="1153" y="5300"/>
                  </a:cubicBezTo>
                  <a:cubicBezTo>
                    <a:pt x="1761" y="5905"/>
                    <a:pt x="2556" y="6208"/>
                    <a:pt x="3351" y="6208"/>
                  </a:cubicBezTo>
                  <a:cubicBezTo>
                    <a:pt x="4145" y="6208"/>
                    <a:pt x="4939" y="5905"/>
                    <a:pt x="5544" y="5300"/>
                  </a:cubicBezTo>
                  <a:cubicBezTo>
                    <a:pt x="6433" y="4411"/>
                    <a:pt x="6697" y="3075"/>
                    <a:pt x="6217" y="1918"/>
                  </a:cubicBezTo>
                  <a:cubicBezTo>
                    <a:pt x="5736" y="755"/>
                    <a:pt x="4603" y="1"/>
                    <a:pt x="3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8"/>
            <p:cNvSpPr/>
            <p:nvPr/>
          </p:nvSpPr>
          <p:spPr>
            <a:xfrm>
              <a:off x="6850871" y="2651902"/>
              <a:ext cx="169673" cy="162473"/>
            </a:xfrm>
            <a:custGeom>
              <a:rect b="b" l="l" r="r" t="t"/>
              <a:pathLst>
                <a:path extrusionOk="0" h="6206" w="6481">
                  <a:moveTo>
                    <a:pt x="3109" y="414"/>
                  </a:moveTo>
                  <a:cubicBezTo>
                    <a:pt x="3730" y="414"/>
                    <a:pt x="4353" y="627"/>
                    <a:pt x="4857" y="1059"/>
                  </a:cubicBezTo>
                  <a:lnTo>
                    <a:pt x="1067" y="4854"/>
                  </a:lnTo>
                  <a:cubicBezTo>
                    <a:pt x="144" y="3788"/>
                    <a:pt x="207" y="2197"/>
                    <a:pt x="1201" y="1203"/>
                  </a:cubicBezTo>
                  <a:cubicBezTo>
                    <a:pt x="1725" y="679"/>
                    <a:pt x="2416" y="414"/>
                    <a:pt x="3109" y="414"/>
                  </a:cubicBezTo>
                  <a:close/>
                  <a:moveTo>
                    <a:pt x="3104" y="1"/>
                  </a:moveTo>
                  <a:cubicBezTo>
                    <a:pt x="2704" y="1"/>
                    <a:pt x="2301" y="78"/>
                    <a:pt x="1917" y="237"/>
                  </a:cubicBezTo>
                  <a:cubicBezTo>
                    <a:pt x="759" y="718"/>
                    <a:pt x="0" y="1847"/>
                    <a:pt x="0" y="3105"/>
                  </a:cubicBezTo>
                  <a:cubicBezTo>
                    <a:pt x="0" y="4359"/>
                    <a:pt x="759" y="5488"/>
                    <a:pt x="1917" y="5969"/>
                  </a:cubicBezTo>
                  <a:cubicBezTo>
                    <a:pt x="2301" y="6128"/>
                    <a:pt x="2704" y="6205"/>
                    <a:pt x="3104" y="6205"/>
                  </a:cubicBezTo>
                  <a:cubicBezTo>
                    <a:pt x="3911" y="6205"/>
                    <a:pt x="4705" y="5890"/>
                    <a:pt x="5299" y="5296"/>
                  </a:cubicBezTo>
                  <a:cubicBezTo>
                    <a:pt x="5451" y="5148"/>
                    <a:pt x="5312" y="4940"/>
                    <a:pt x="5150" y="4940"/>
                  </a:cubicBezTo>
                  <a:cubicBezTo>
                    <a:pt x="5102" y="4940"/>
                    <a:pt x="5051" y="4959"/>
                    <a:pt x="5006" y="5003"/>
                  </a:cubicBezTo>
                  <a:cubicBezTo>
                    <a:pt x="4483" y="5529"/>
                    <a:pt x="3793" y="5794"/>
                    <a:pt x="3101" y="5794"/>
                  </a:cubicBezTo>
                  <a:cubicBezTo>
                    <a:pt x="2479" y="5794"/>
                    <a:pt x="1855" y="5579"/>
                    <a:pt x="1350" y="5147"/>
                  </a:cubicBezTo>
                  <a:lnTo>
                    <a:pt x="2618" y="3879"/>
                  </a:lnTo>
                  <a:lnTo>
                    <a:pt x="5145" y="1352"/>
                  </a:lnTo>
                  <a:cubicBezTo>
                    <a:pt x="5866" y="2183"/>
                    <a:pt x="6001" y="3374"/>
                    <a:pt x="5487" y="4345"/>
                  </a:cubicBezTo>
                  <a:cubicBezTo>
                    <a:pt x="5402" y="4510"/>
                    <a:pt x="5540" y="4648"/>
                    <a:pt x="5677" y="4648"/>
                  </a:cubicBezTo>
                  <a:cubicBezTo>
                    <a:pt x="5744" y="4648"/>
                    <a:pt x="5811" y="4616"/>
                    <a:pt x="5852" y="4537"/>
                  </a:cubicBezTo>
                  <a:cubicBezTo>
                    <a:pt x="6481" y="3336"/>
                    <a:pt x="6260" y="1866"/>
                    <a:pt x="5299" y="910"/>
                  </a:cubicBezTo>
                  <a:cubicBezTo>
                    <a:pt x="4705" y="316"/>
                    <a:pt x="3911" y="1"/>
                    <a:pt x="3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6" name="Google Shape;336;p38"/>
          <p:cNvGrpSpPr/>
          <p:nvPr/>
        </p:nvGrpSpPr>
        <p:grpSpPr>
          <a:xfrm>
            <a:off x="874980" y="68865"/>
            <a:ext cx="472375" cy="596595"/>
            <a:chOff x="7989335" y="3360019"/>
            <a:chExt cx="291698" cy="368405"/>
          </a:xfrm>
        </p:grpSpPr>
        <p:sp>
          <p:nvSpPr>
            <p:cNvPr id="337" name="Google Shape;337;p38"/>
            <p:cNvSpPr/>
            <p:nvPr/>
          </p:nvSpPr>
          <p:spPr>
            <a:xfrm>
              <a:off x="7996142" y="3384419"/>
              <a:ext cx="278215" cy="337094"/>
            </a:xfrm>
            <a:custGeom>
              <a:rect b="b" l="l" r="r" t="t"/>
              <a:pathLst>
                <a:path extrusionOk="0" h="12876" w="10627">
                  <a:moveTo>
                    <a:pt x="615" y="1"/>
                  </a:moveTo>
                  <a:cubicBezTo>
                    <a:pt x="274" y="1"/>
                    <a:pt x="0" y="274"/>
                    <a:pt x="0" y="611"/>
                  </a:cubicBezTo>
                  <a:lnTo>
                    <a:pt x="0" y="12265"/>
                  </a:lnTo>
                  <a:cubicBezTo>
                    <a:pt x="0" y="12602"/>
                    <a:pt x="274" y="12875"/>
                    <a:pt x="615" y="12875"/>
                  </a:cubicBezTo>
                  <a:lnTo>
                    <a:pt x="10016" y="12875"/>
                  </a:lnTo>
                  <a:cubicBezTo>
                    <a:pt x="10353" y="12875"/>
                    <a:pt x="10627" y="12602"/>
                    <a:pt x="10627" y="12265"/>
                  </a:cubicBezTo>
                  <a:lnTo>
                    <a:pt x="10627" y="611"/>
                  </a:lnTo>
                  <a:cubicBezTo>
                    <a:pt x="10627" y="274"/>
                    <a:pt x="10353" y="1"/>
                    <a:pt x="100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8210058" y="3384419"/>
              <a:ext cx="64298" cy="337094"/>
            </a:xfrm>
            <a:custGeom>
              <a:rect b="b" l="l" r="r" t="t"/>
              <a:pathLst>
                <a:path extrusionOk="0" h="12876" w="2456">
                  <a:moveTo>
                    <a:pt x="1" y="1"/>
                  </a:moveTo>
                  <a:cubicBezTo>
                    <a:pt x="337" y="1"/>
                    <a:pt x="611" y="274"/>
                    <a:pt x="611" y="611"/>
                  </a:cubicBezTo>
                  <a:lnTo>
                    <a:pt x="611" y="12265"/>
                  </a:lnTo>
                  <a:cubicBezTo>
                    <a:pt x="611" y="12602"/>
                    <a:pt x="337" y="12875"/>
                    <a:pt x="1" y="12875"/>
                  </a:cubicBezTo>
                  <a:lnTo>
                    <a:pt x="1845" y="12875"/>
                  </a:lnTo>
                  <a:cubicBezTo>
                    <a:pt x="2182" y="12875"/>
                    <a:pt x="2456" y="12602"/>
                    <a:pt x="2456" y="12265"/>
                  </a:cubicBezTo>
                  <a:lnTo>
                    <a:pt x="2456" y="611"/>
                  </a:lnTo>
                  <a:cubicBezTo>
                    <a:pt x="2456" y="274"/>
                    <a:pt x="2182" y="1"/>
                    <a:pt x="1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8030202" y="3384419"/>
              <a:ext cx="210068" cy="305782"/>
            </a:xfrm>
            <a:custGeom>
              <a:rect b="b" l="l" r="r" t="t"/>
              <a:pathLst>
                <a:path extrusionOk="0" h="11680" w="8024">
                  <a:moveTo>
                    <a:pt x="1" y="1"/>
                  </a:moveTo>
                  <a:lnTo>
                    <a:pt x="1" y="11679"/>
                  </a:lnTo>
                  <a:lnTo>
                    <a:pt x="8024" y="11679"/>
                  </a:lnTo>
                  <a:lnTo>
                    <a:pt x="80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8"/>
            <p:cNvSpPr/>
            <p:nvPr/>
          </p:nvSpPr>
          <p:spPr>
            <a:xfrm>
              <a:off x="8030202" y="3384419"/>
              <a:ext cx="210068" cy="305782"/>
            </a:xfrm>
            <a:custGeom>
              <a:rect b="b" l="l" r="r" t="t"/>
              <a:pathLst>
                <a:path extrusionOk="0" h="11680" w="8024">
                  <a:moveTo>
                    <a:pt x="6880" y="1"/>
                  </a:moveTo>
                  <a:lnTo>
                    <a:pt x="6880" y="7336"/>
                  </a:lnTo>
                  <a:cubicBezTo>
                    <a:pt x="6880" y="9099"/>
                    <a:pt x="5454" y="10531"/>
                    <a:pt x="3690" y="10531"/>
                  </a:cubicBezTo>
                  <a:lnTo>
                    <a:pt x="1" y="10531"/>
                  </a:lnTo>
                  <a:lnTo>
                    <a:pt x="1" y="11679"/>
                  </a:lnTo>
                  <a:lnTo>
                    <a:pt x="8024" y="11679"/>
                  </a:lnTo>
                  <a:lnTo>
                    <a:pt x="8024" y="1"/>
                  </a:lnTo>
                  <a:close/>
                </a:path>
              </a:pathLst>
            </a:custGeom>
            <a:solidFill>
              <a:srgbClr val="F0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8"/>
            <p:cNvSpPr/>
            <p:nvPr/>
          </p:nvSpPr>
          <p:spPr>
            <a:xfrm>
              <a:off x="8063162" y="3367192"/>
              <a:ext cx="144540" cy="70843"/>
            </a:xfrm>
            <a:custGeom>
              <a:rect b="b" l="l" r="r" t="t"/>
              <a:pathLst>
                <a:path extrusionOk="0" h="2706" w="5521">
                  <a:moveTo>
                    <a:pt x="438" y="1"/>
                  </a:moveTo>
                  <a:cubicBezTo>
                    <a:pt x="198" y="1"/>
                    <a:pt x="1" y="197"/>
                    <a:pt x="1" y="442"/>
                  </a:cubicBezTo>
                  <a:lnTo>
                    <a:pt x="1" y="1326"/>
                  </a:lnTo>
                  <a:cubicBezTo>
                    <a:pt x="1" y="1567"/>
                    <a:pt x="198" y="1764"/>
                    <a:pt x="438" y="1764"/>
                  </a:cubicBezTo>
                  <a:lnTo>
                    <a:pt x="1591" y="1764"/>
                  </a:lnTo>
                  <a:cubicBezTo>
                    <a:pt x="1591" y="2282"/>
                    <a:pt x="2013" y="2705"/>
                    <a:pt x="2532" y="2705"/>
                  </a:cubicBezTo>
                  <a:lnTo>
                    <a:pt x="2989" y="2705"/>
                  </a:lnTo>
                  <a:cubicBezTo>
                    <a:pt x="3508" y="2705"/>
                    <a:pt x="3925" y="2282"/>
                    <a:pt x="3925" y="1764"/>
                  </a:cubicBezTo>
                  <a:lnTo>
                    <a:pt x="5078" y="1764"/>
                  </a:lnTo>
                  <a:cubicBezTo>
                    <a:pt x="5319" y="1764"/>
                    <a:pt x="5516" y="1567"/>
                    <a:pt x="5520" y="1326"/>
                  </a:cubicBezTo>
                  <a:lnTo>
                    <a:pt x="5520" y="442"/>
                  </a:lnTo>
                  <a:cubicBezTo>
                    <a:pt x="5511" y="197"/>
                    <a:pt x="5314" y="5"/>
                    <a:pt x="50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8"/>
            <p:cNvSpPr/>
            <p:nvPr/>
          </p:nvSpPr>
          <p:spPr>
            <a:xfrm>
              <a:off x="7989335" y="3360019"/>
              <a:ext cx="291698" cy="368405"/>
            </a:xfrm>
            <a:custGeom>
              <a:rect b="b" l="l" r="r" t="t"/>
              <a:pathLst>
                <a:path extrusionOk="0" h="14072" w="11142">
                  <a:moveTo>
                    <a:pt x="7918" y="409"/>
                  </a:moveTo>
                  <a:cubicBezTo>
                    <a:pt x="8047" y="409"/>
                    <a:pt x="8158" y="520"/>
                    <a:pt x="8158" y="649"/>
                  </a:cubicBezTo>
                  <a:lnTo>
                    <a:pt x="8158" y="1543"/>
                  </a:lnTo>
                  <a:cubicBezTo>
                    <a:pt x="8158" y="1672"/>
                    <a:pt x="8047" y="1783"/>
                    <a:pt x="7918" y="1783"/>
                  </a:cubicBezTo>
                  <a:lnTo>
                    <a:pt x="6755" y="1783"/>
                  </a:lnTo>
                  <a:cubicBezTo>
                    <a:pt x="6640" y="1783"/>
                    <a:pt x="6549" y="1874"/>
                    <a:pt x="6549" y="1985"/>
                  </a:cubicBezTo>
                  <a:cubicBezTo>
                    <a:pt x="6549" y="2393"/>
                    <a:pt x="6217" y="2725"/>
                    <a:pt x="5809" y="2725"/>
                  </a:cubicBezTo>
                  <a:lnTo>
                    <a:pt x="5348" y="2725"/>
                  </a:lnTo>
                  <a:cubicBezTo>
                    <a:pt x="4939" y="2725"/>
                    <a:pt x="4608" y="2393"/>
                    <a:pt x="4608" y="1985"/>
                  </a:cubicBezTo>
                  <a:cubicBezTo>
                    <a:pt x="4608" y="1874"/>
                    <a:pt x="4516" y="1783"/>
                    <a:pt x="4406" y="1783"/>
                  </a:cubicBezTo>
                  <a:lnTo>
                    <a:pt x="3243" y="1783"/>
                  </a:lnTo>
                  <a:cubicBezTo>
                    <a:pt x="3109" y="1783"/>
                    <a:pt x="3003" y="1672"/>
                    <a:pt x="3003" y="1543"/>
                  </a:cubicBezTo>
                  <a:lnTo>
                    <a:pt x="3003" y="654"/>
                  </a:lnTo>
                  <a:lnTo>
                    <a:pt x="2998" y="649"/>
                  </a:lnTo>
                  <a:cubicBezTo>
                    <a:pt x="2998" y="520"/>
                    <a:pt x="3104" y="409"/>
                    <a:pt x="3239" y="409"/>
                  </a:cubicBezTo>
                  <a:close/>
                  <a:moveTo>
                    <a:pt x="3229" y="1"/>
                  </a:moveTo>
                  <a:cubicBezTo>
                    <a:pt x="2873" y="1"/>
                    <a:pt x="2580" y="294"/>
                    <a:pt x="2580" y="654"/>
                  </a:cubicBezTo>
                  <a:lnTo>
                    <a:pt x="2580" y="664"/>
                  </a:lnTo>
                  <a:lnTo>
                    <a:pt x="822" y="664"/>
                  </a:lnTo>
                  <a:cubicBezTo>
                    <a:pt x="371" y="664"/>
                    <a:pt x="1" y="1029"/>
                    <a:pt x="1" y="1485"/>
                  </a:cubicBezTo>
                  <a:lnTo>
                    <a:pt x="1" y="9762"/>
                  </a:lnTo>
                  <a:cubicBezTo>
                    <a:pt x="1" y="9899"/>
                    <a:pt x="104" y="9968"/>
                    <a:pt x="207" y="9968"/>
                  </a:cubicBezTo>
                  <a:cubicBezTo>
                    <a:pt x="309" y="9968"/>
                    <a:pt x="411" y="9899"/>
                    <a:pt x="409" y="9762"/>
                  </a:cubicBezTo>
                  <a:lnTo>
                    <a:pt x="409" y="1480"/>
                  </a:lnTo>
                  <a:cubicBezTo>
                    <a:pt x="409" y="1255"/>
                    <a:pt x="596" y="1072"/>
                    <a:pt x="822" y="1072"/>
                  </a:cubicBezTo>
                  <a:lnTo>
                    <a:pt x="1307" y="1072"/>
                  </a:lnTo>
                  <a:lnTo>
                    <a:pt x="1307" y="12664"/>
                  </a:lnTo>
                  <a:cubicBezTo>
                    <a:pt x="1307" y="12775"/>
                    <a:pt x="1399" y="12866"/>
                    <a:pt x="1514" y="12866"/>
                  </a:cubicBezTo>
                  <a:lnTo>
                    <a:pt x="9623" y="12866"/>
                  </a:lnTo>
                  <a:cubicBezTo>
                    <a:pt x="9738" y="12866"/>
                    <a:pt x="9830" y="12775"/>
                    <a:pt x="9830" y="12664"/>
                  </a:cubicBezTo>
                  <a:lnTo>
                    <a:pt x="9830" y="1072"/>
                  </a:lnTo>
                  <a:lnTo>
                    <a:pt x="10320" y="1072"/>
                  </a:lnTo>
                  <a:cubicBezTo>
                    <a:pt x="10545" y="1072"/>
                    <a:pt x="10728" y="1255"/>
                    <a:pt x="10728" y="1480"/>
                  </a:cubicBezTo>
                  <a:lnTo>
                    <a:pt x="10728" y="13250"/>
                  </a:lnTo>
                  <a:cubicBezTo>
                    <a:pt x="10728" y="13476"/>
                    <a:pt x="10545" y="13663"/>
                    <a:pt x="10320" y="13663"/>
                  </a:cubicBezTo>
                  <a:lnTo>
                    <a:pt x="822" y="13663"/>
                  </a:lnTo>
                  <a:cubicBezTo>
                    <a:pt x="596" y="13663"/>
                    <a:pt x="414" y="13476"/>
                    <a:pt x="414" y="13250"/>
                  </a:cubicBezTo>
                  <a:lnTo>
                    <a:pt x="414" y="10728"/>
                  </a:lnTo>
                  <a:cubicBezTo>
                    <a:pt x="414" y="10591"/>
                    <a:pt x="312" y="10523"/>
                    <a:pt x="210" y="10523"/>
                  </a:cubicBezTo>
                  <a:cubicBezTo>
                    <a:pt x="107" y="10523"/>
                    <a:pt x="5" y="10591"/>
                    <a:pt x="5" y="10728"/>
                  </a:cubicBezTo>
                  <a:lnTo>
                    <a:pt x="5" y="13250"/>
                  </a:lnTo>
                  <a:cubicBezTo>
                    <a:pt x="5" y="13707"/>
                    <a:pt x="371" y="14072"/>
                    <a:pt x="827" y="14072"/>
                  </a:cubicBezTo>
                  <a:lnTo>
                    <a:pt x="10320" y="14072"/>
                  </a:lnTo>
                  <a:cubicBezTo>
                    <a:pt x="10776" y="14072"/>
                    <a:pt x="11141" y="13707"/>
                    <a:pt x="11141" y="13250"/>
                  </a:cubicBezTo>
                  <a:lnTo>
                    <a:pt x="11141" y="1480"/>
                  </a:lnTo>
                  <a:cubicBezTo>
                    <a:pt x="11141" y="1029"/>
                    <a:pt x="10776" y="659"/>
                    <a:pt x="10325" y="659"/>
                  </a:cubicBezTo>
                  <a:lnTo>
                    <a:pt x="9296" y="659"/>
                  </a:lnTo>
                  <a:cubicBezTo>
                    <a:pt x="9023" y="659"/>
                    <a:pt x="9023" y="1072"/>
                    <a:pt x="9296" y="1072"/>
                  </a:cubicBezTo>
                  <a:lnTo>
                    <a:pt x="9421" y="1072"/>
                  </a:lnTo>
                  <a:lnTo>
                    <a:pt x="9421" y="12457"/>
                  </a:lnTo>
                  <a:lnTo>
                    <a:pt x="1725" y="12457"/>
                  </a:lnTo>
                  <a:lnTo>
                    <a:pt x="1725" y="1072"/>
                  </a:lnTo>
                  <a:lnTo>
                    <a:pt x="2580" y="1072"/>
                  </a:lnTo>
                  <a:lnTo>
                    <a:pt x="2580" y="1543"/>
                  </a:lnTo>
                  <a:cubicBezTo>
                    <a:pt x="2580" y="1898"/>
                    <a:pt x="2873" y="2191"/>
                    <a:pt x="3234" y="2191"/>
                  </a:cubicBezTo>
                  <a:lnTo>
                    <a:pt x="4209" y="2191"/>
                  </a:lnTo>
                  <a:cubicBezTo>
                    <a:pt x="4310" y="2739"/>
                    <a:pt x="4785" y="3138"/>
                    <a:pt x="5343" y="3138"/>
                  </a:cubicBezTo>
                  <a:lnTo>
                    <a:pt x="5804" y="3138"/>
                  </a:lnTo>
                  <a:cubicBezTo>
                    <a:pt x="6361" y="3138"/>
                    <a:pt x="6837" y="2739"/>
                    <a:pt x="6938" y="2191"/>
                  </a:cubicBezTo>
                  <a:lnTo>
                    <a:pt x="7913" y="2191"/>
                  </a:lnTo>
                  <a:cubicBezTo>
                    <a:pt x="8273" y="2191"/>
                    <a:pt x="8566" y="1898"/>
                    <a:pt x="8566" y="1543"/>
                  </a:cubicBezTo>
                  <a:lnTo>
                    <a:pt x="8566" y="654"/>
                  </a:lnTo>
                  <a:cubicBezTo>
                    <a:pt x="8566" y="294"/>
                    <a:pt x="8273" y="1"/>
                    <a:pt x="7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8"/>
            <p:cNvSpPr/>
            <p:nvPr/>
          </p:nvSpPr>
          <p:spPr>
            <a:xfrm>
              <a:off x="8059262" y="3454476"/>
              <a:ext cx="150064" cy="105165"/>
            </a:xfrm>
            <a:custGeom>
              <a:rect b="b" l="l" r="r" t="t"/>
              <a:pathLst>
                <a:path extrusionOk="0" h="4017" w="5732">
                  <a:moveTo>
                    <a:pt x="3550" y="0"/>
                  </a:moveTo>
                  <a:cubicBezTo>
                    <a:pt x="3463" y="0"/>
                    <a:pt x="3376" y="52"/>
                    <a:pt x="3349" y="154"/>
                  </a:cubicBezTo>
                  <a:lnTo>
                    <a:pt x="2600" y="3099"/>
                  </a:lnTo>
                  <a:lnTo>
                    <a:pt x="1874" y="1000"/>
                  </a:lnTo>
                  <a:cubicBezTo>
                    <a:pt x="1843" y="908"/>
                    <a:pt x="1762" y="859"/>
                    <a:pt x="1680" y="859"/>
                  </a:cubicBezTo>
                  <a:cubicBezTo>
                    <a:pt x="1611" y="859"/>
                    <a:pt x="1541" y="894"/>
                    <a:pt x="1500" y="966"/>
                  </a:cubicBezTo>
                  <a:lnTo>
                    <a:pt x="899" y="2033"/>
                  </a:lnTo>
                  <a:lnTo>
                    <a:pt x="274" y="2033"/>
                  </a:lnTo>
                  <a:cubicBezTo>
                    <a:pt x="1" y="2033"/>
                    <a:pt x="1" y="2446"/>
                    <a:pt x="274" y="2446"/>
                  </a:cubicBezTo>
                  <a:lnTo>
                    <a:pt x="1019" y="2446"/>
                  </a:lnTo>
                  <a:cubicBezTo>
                    <a:pt x="1096" y="2446"/>
                    <a:pt x="1168" y="2403"/>
                    <a:pt x="1202" y="2335"/>
                  </a:cubicBezTo>
                  <a:lnTo>
                    <a:pt x="1634" y="1557"/>
                  </a:lnTo>
                  <a:lnTo>
                    <a:pt x="2432" y="3877"/>
                  </a:lnTo>
                  <a:cubicBezTo>
                    <a:pt x="2464" y="3970"/>
                    <a:pt x="2546" y="4016"/>
                    <a:pt x="2628" y="4016"/>
                  </a:cubicBezTo>
                  <a:cubicBezTo>
                    <a:pt x="2715" y="4016"/>
                    <a:pt x="2801" y="3964"/>
                    <a:pt x="2825" y="3863"/>
                  </a:cubicBezTo>
                  <a:lnTo>
                    <a:pt x="3584" y="894"/>
                  </a:lnTo>
                  <a:lnTo>
                    <a:pt x="4099" y="2302"/>
                  </a:lnTo>
                  <a:cubicBezTo>
                    <a:pt x="4127" y="2383"/>
                    <a:pt x="4204" y="2436"/>
                    <a:pt x="4291" y="2436"/>
                  </a:cubicBezTo>
                  <a:lnTo>
                    <a:pt x="5525" y="2436"/>
                  </a:lnTo>
                  <a:cubicBezTo>
                    <a:pt x="5636" y="2436"/>
                    <a:pt x="5732" y="2345"/>
                    <a:pt x="5732" y="2234"/>
                  </a:cubicBezTo>
                  <a:cubicBezTo>
                    <a:pt x="5732" y="2127"/>
                    <a:pt x="5645" y="2037"/>
                    <a:pt x="5538" y="2037"/>
                  </a:cubicBezTo>
                  <a:cubicBezTo>
                    <a:pt x="5536" y="2037"/>
                    <a:pt x="5533" y="2037"/>
                    <a:pt x="5530" y="2037"/>
                  </a:cubicBezTo>
                  <a:lnTo>
                    <a:pt x="4440" y="2037"/>
                  </a:lnTo>
                  <a:lnTo>
                    <a:pt x="3743" y="135"/>
                  </a:lnTo>
                  <a:cubicBezTo>
                    <a:pt x="3711" y="45"/>
                    <a:pt x="3630" y="0"/>
                    <a:pt x="3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8"/>
            <p:cNvSpPr/>
            <p:nvPr/>
          </p:nvSpPr>
          <p:spPr>
            <a:xfrm>
              <a:off x="8059392" y="3596712"/>
              <a:ext cx="151818" cy="10734"/>
            </a:xfrm>
            <a:custGeom>
              <a:rect b="b" l="l" r="r" t="t"/>
              <a:pathLst>
                <a:path extrusionOk="0" h="410" w="5799">
                  <a:moveTo>
                    <a:pt x="274" y="1"/>
                  </a:moveTo>
                  <a:cubicBezTo>
                    <a:pt x="0" y="1"/>
                    <a:pt x="0" y="409"/>
                    <a:pt x="274" y="409"/>
                  </a:cubicBezTo>
                  <a:lnTo>
                    <a:pt x="5525" y="409"/>
                  </a:lnTo>
                  <a:cubicBezTo>
                    <a:pt x="5799" y="409"/>
                    <a:pt x="5799" y="1"/>
                    <a:pt x="5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8"/>
            <p:cNvSpPr/>
            <p:nvPr/>
          </p:nvSpPr>
          <p:spPr>
            <a:xfrm>
              <a:off x="8059392" y="3644386"/>
              <a:ext cx="151818" cy="10708"/>
            </a:xfrm>
            <a:custGeom>
              <a:rect b="b" l="l" r="r" t="t"/>
              <a:pathLst>
                <a:path extrusionOk="0" h="409" w="5799">
                  <a:moveTo>
                    <a:pt x="270" y="1"/>
                  </a:moveTo>
                  <a:cubicBezTo>
                    <a:pt x="0" y="1"/>
                    <a:pt x="2" y="409"/>
                    <a:pt x="274" y="409"/>
                  </a:cubicBezTo>
                  <a:lnTo>
                    <a:pt x="5525" y="409"/>
                  </a:lnTo>
                  <a:cubicBezTo>
                    <a:pt x="5799" y="409"/>
                    <a:pt x="5799" y="1"/>
                    <a:pt x="5525" y="1"/>
                  </a:cubicBezTo>
                  <a:lnTo>
                    <a:pt x="274" y="1"/>
                  </a:lnTo>
                  <a:cubicBezTo>
                    <a:pt x="273" y="1"/>
                    <a:pt x="271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6" name="Google Shape;346;p38"/>
          <p:cNvGrpSpPr/>
          <p:nvPr/>
        </p:nvGrpSpPr>
        <p:grpSpPr>
          <a:xfrm>
            <a:off x="5473661" y="91270"/>
            <a:ext cx="456477" cy="551783"/>
            <a:chOff x="7552024" y="3826128"/>
            <a:chExt cx="281880" cy="340733"/>
          </a:xfrm>
        </p:grpSpPr>
        <p:sp>
          <p:nvSpPr>
            <p:cNvPr id="347" name="Google Shape;347;p38"/>
            <p:cNvSpPr/>
            <p:nvPr/>
          </p:nvSpPr>
          <p:spPr>
            <a:xfrm>
              <a:off x="7644727" y="3831154"/>
              <a:ext cx="110584" cy="28327"/>
            </a:xfrm>
            <a:custGeom>
              <a:rect b="b" l="l" r="r" t="t"/>
              <a:pathLst>
                <a:path extrusionOk="0" h="1082" w="4224">
                  <a:moveTo>
                    <a:pt x="322" y="1"/>
                  </a:moveTo>
                  <a:cubicBezTo>
                    <a:pt x="145" y="1"/>
                    <a:pt x="0" y="140"/>
                    <a:pt x="5" y="318"/>
                  </a:cubicBezTo>
                  <a:lnTo>
                    <a:pt x="5" y="764"/>
                  </a:lnTo>
                  <a:cubicBezTo>
                    <a:pt x="0" y="942"/>
                    <a:pt x="145" y="1081"/>
                    <a:pt x="322" y="1081"/>
                  </a:cubicBezTo>
                  <a:lnTo>
                    <a:pt x="3906" y="1081"/>
                  </a:lnTo>
                  <a:cubicBezTo>
                    <a:pt x="4079" y="1081"/>
                    <a:pt x="4218" y="942"/>
                    <a:pt x="4223" y="764"/>
                  </a:cubicBezTo>
                  <a:lnTo>
                    <a:pt x="4223" y="318"/>
                  </a:lnTo>
                  <a:cubicBezTo>
                    <a:pt x="4223" y="140"/>
                    <a:pt x="4084" y="1"/>
                    <a:pt x="39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8"/>
            <p:cNvSpPr/>
            <p:nvPr/>
          </p:nvSpPr>
          <p:spPr>
            <a:xfrm>
              <a:off x="7557705" y="3859586"/>
              <a:ext cx="260229" cy="302117"/>
            </a:xfrm>
            <a:custGeom>
              <a:rect b="b" l="l" r="r" t="t"/>
              <a:pathLst>
                <a:path extrusionOk="0" h="11540" w="9940">
                  <a:moveTo>
                    <a:pt x="4103" y="0"/>
                  </a:moveTo>
                  <a:lnTo>
                    <a:pt x="4103" y="3363"/>
                  </a:lnTo>
                  <a:cubicBezTo>
                    <a:pt x="4103" y="3565"/>
                    <a:pt x="3978" y="3747"/>
                    <a:pt x="3790" y="3824"/>
                  </a:cubicBezTo>
                  <a:cubicBezTo>
                    <a:pt x="812" y="5001"/>
                    <a:pt x="0" y="8835"/>
                    <a:pt x="2239" y="11122"/>
                  </a:cubicBezTo>
                  <a:cubicBezTo>
                    <a:pt x="2503" y="11391"/>
                    <a:pt x="2863" y="11539"/>
                    <a:pt x="3243" y="11539"/>
                  </a:cubicBezTo>
                  <a:lnTo>
                    <a:pt x="7634" y="11539"/>
                  </a:lnTo>
                  <a:cubicBezTo>
                    <a:pt x="8013" y="11539"/>
                    <a:pt x="8374" y="11386"/>
                    <a:pt x="8638" y="11117"/>
                  </a:cubicBezTo>
                  <a:cubicBezTo>
                    <a:pt x="9483" y="10252"/>
                    <a:pt x="9940" y="9089"/>
                    <a:pt x="9916" y="7884"/>
                  </a:cubicBezTo>
                  <a:cubicBezTo>
                    <a:pt x="9868" y="6087"/>
                    <a:pt x="8758" y="4487"/>
                    <a:pt x="7086" y="3824"/>
                  </a:cubicBezTo>
                  <a:cubicBezTo>
                    <a:pt x="6899" y="3747"/>
                    <a:pt x="6774" y="3565"/>
                    <a:pt x="6774" y="3363"/>
                  </a:cubicBezTo>
                  <a:lnTo>
                    <a:pt x="6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8"/>
            <p:cNvSpPr/>
            <p:nvPr/>
          </p:nvSpPr>
          <p:spPr>
            <a:xfrm>
              <a:off x="7582733" y="4022425"/>
              <a:ext cx="235332" cy="139278"/>
            </a:xfrm>
            <a:custGeom>
              <a:rect b="b" l="l" r="r" t="t"/>
              <a:pathLst>
                <a:path extrusionOk="0" h="5320" w="8989">
                  <a:moveTo>
                    <a:pt x="2375" y="0"/>
                  </a:moveTo>
                  <a:cubicBezTo>
                    <a:pt x="1097" y="0"/>
                    <a:pt x="168" y="568"/>
                    <a:pt x="168" y="568"/>
                  </a:cubicBezTo>
                  <a:cubicBezTo>
                    <a:pt x="58" y="957"/>
                    <a:pt x="0" y="1361"/>
                    <a:pt x="5" y="1769"/>
                  </a:cubicBezTo>
                  <a:cubicBezTo>
                    <a:pt x="0" y="2937"/>
                    <a:pt x="461" y="4066"/>
                    <a:pt x="1283" y="4902"/>
                  </a:cubicBezTo>
                  <a:cubicBezTo>
                    <a:pt x="1547" y="5171"/>
                    <a:pt x="1907" y="5319"/>
                    <a:pt x="2287" y="5319"/>
                  </a:cubicBezTo>
                  <a:lnTo>
                    <a:pt x="6678" y="5319"/>
                  </a:lnTo>
                  <a:cubicBezTo>
                    <a:pt x="7057" y="5319"/>
                    <a:pt x="7418" y="5166"/>
                    <a:pt x="7682" y="4897"/>
                  </a:cubicBezTo>
                  <a:cubicBezTo>
                    <a:pt x="8527" y="4037"/>
                    <a:pt x="8988" y="2869"/>
                    <a:pt x="8960" y="1664"/>
                  </a:cubicBezTo>
                  <a:cubicBezTo>
                    <a:pt x="8945" y="1193"/>
                    <a:pt x="8864" y="727"/>
                    <a:pt x="8705" y="285"/>
                  </a:cubicBezTo>
                  <a:cubicBezTo>
                    <a:pt x="8705" y="285"/>
                    <a:pt x="7696" y="1069"/>
                    <a:pt x="6317" y="1069"/>
                  </a:cubicBezTo>
                  <a:cubicBezTo>
                    <a:pt x="5752" y="1069"/>
                    <a:pt x="5126" y="938"/>
                    <a:pt x="4482" y="568"/>
                  </a:cubicBezTo>
                  <a:cubicBezTo>
                    <a:pt x="3741" y="142"/>
                    <a:pt x="3014" y="0"/>
                    <a:pt x="23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8"/>
            <p:cNvSpPr/>
            <p:nvPr/>
          </p:nvSpPr>
          <p:spPr>
            <a:xfrm>
              <a:off x="7770365" y="4029756"/>
              <a:ext cx="47962" cy="129931"/>
            </a:xfrm>
            <a:custGeom>
              <a:rect b="b" l="l" r="r" t="t"/>
              <a:pathLst>
                <a:path extrusionOk="0" h="4963" w="1832">
                  <a:moveTo>
                    <a:pt x="1591" y="0"/>
                  </a:moveTo>
                  <a:cubicBezTo>
                    <a:pt x="1379" y="154"/>
                    <a:pt x="1149" y="284"/>
                    <a:pt x="909" y="389"/>
                  </a:cubicBezTo>
                  <a:cubicBezTo>
                    <a:pt x="1077" y="850"/>
                    <a:pt x="1173" y="1336"/>
                    <a:pt x="1183" y="1830"/>
                  </a:cubicBezTo>
                  <a:cubicBezTo>
                    <a:pt x="1211" y="2988"/>
                    <a:pt x="789" y="4112"/>
                    <a:pt x="1" y="4963"/>
                  </a:cubicBezTo>
                  <a:lnTo>
                    <a:pt x="78" y="4939"/>
                  </a:lnTo>
                  <a:cubicBezTo>
                    <a:pt x="154" y="4905"/>
                    <a:pt x="227" y="4871"/>
                    <a:pt x="299" y="4828"/>
                  </a:cubicBezTo>
                  <a:lnTo>
                    <a:pt x="303" y="4828"/>
                  </a:lnTo>
                  <a:cubicBezTo>
                    <a:pt x="327" y="4814"/>
                    <a:pt x="347" y="4804"/>
                    <a:pt x="366" y="4785"/>
                  </a:cubicBezTo>
                  <a:cubicBezTo>
                    <a:pt x="371" y="4785"/>
                    <a:pt x="375" y="4780"/>
                    <a:pt x="385" y="4775"/>
                  </a:cubicBezTo>
                  <a:cubicBezTo>
                    <a:pt x="399" y="4766"/>
                    <a:pt x="414" y="4751"/>
                    <a:pt x="428" y="4742"/>
                  </a:cubicBezTo>
                  <a:cubicBezTo>
                    <a:pt x="433" y="4732"/>
                    <a:pt x="443" y="4727"/>
                    <a:pt x="448" y="4722"/>
                  </a:cubicBezTo>
                  <a:cubicBezTo>
                    <a:pt x="462" y="4713"/>
                    <a:pt x="476" y="4698"/>
                    <a:pt x="496" y="4689"/>
                  </a:cubicBezTo>
                  <a:lnTo>
                    <a:pt x="510" y="4670"/>
                  </a:lnTo>
                  <a:cubicBezTo>
                    <a:pt x="529" y="4655"/>
                    <a:pt x="548" y="4636"/>
                    <a:pt x="572" y="4617"/>
                  </a:cubicBezTo>
                  <a:cubicBezTo>
                    <a:pt x="1394" y="3742"/>
                    <a:pt x="1831" y="2580"/>
                    <a:pt x="1793" y="1384"/>
                  </a:cubicBezTo>
                  <a:lnTo>
                    <a:pt x="1793" y="1297"/>
                  </a:lnTo>
                  <a:lnTo>
                    <a:pt x="1793" y="1268"/>
                  </a:lnTo>
                  <a:cubicBezTo>
                    <a:pt x="1788" y="1249"/>
                    <a:pt x="1788" y="1230"/>
                    <a:pt x="1793" y="1211"/>
                  </a:cubicBezTo>
                  <a:lnTo>
                    <a:pt x="1793" y="1177"/>
                  </a:lnTo>
                  <a:cubicBezTo>
                    <a:pt x="1788" y="1158"/>
                    <a:pt x="1788" y="1139"/>
                    <a:pt x="1793" y="1119"/>
                  </a:cubicBezTo>
                  <a:lnTo>
                    <a:pt x="1793" y="1086"/>
                  </a:lnTo>
                  <a:cubicBezTo>
                    <a:pt x="1793" y="1076"/>
                    <a:pt x="1793" y="1047"/>
                    <a:pt x="1783" y="1033"/>
                  </a:cubicBezTo>
                  <a:cubicBezTo>
                    <a:pt x="1783" y="1019"/>
                    <a:pt x="1783" y="1009"/>
                    <a:pt x="1783" y="999"/>
                  </a:cubicBezTo>
                  <a:cubicBezTo>
                    <a:pt x="1783" y="980"/>
                    <a:pt x="1783" y="961"/>
                    <a:pt x="1778" y="942"/>
                  </a:cubicBezTo>
                  <a:cubicBezTo>
                    <a:pt x="1778" y="932"/>
                    <a:pt x="1778" y="922"/>
                    <a:pt x="1778" y="913"/>
                  </a:cubicBezTo>
                  <a:cubicBezTo>
                    <a:pt x="1773" y="894"/>
                    <a:pt x="1773" y="874"/>
                    <a:pt x="1773" y="855"/>
                  </a:cubicBezTo>
                  <a:cubicBezTo>
                    <a:pt x="1769" y="846"/>
                    <a:pt x="1769" y="836"/>
                    <a:pt x="1773" y="826"/>
                  </a:cubicBezTo>
                  <a:cubicBezTo>
                    <a:pt x="1773" y="807"/>
                    <a:pt x="1764" y="783"/>
                    <a:pt x="1764" y="764"/>
                  </a:cubicBezTo>
                  <a:cubicBezTo>
                    <a:pt x="1764" y="759"/>
                    <a:pt x="1764" y="750"/>
                    <a:pt x="1764" y="740"/>
                  </a:cubicBezTo>
                  <a:cubicBezTo>
                    <a:pt x="1759" y="721"/>
                    <a:pt x="1759" y="697"/>
                    <a:pt x="1754" y="677"/>
                  </a:cubicBezTo>
                  <a:cubicBezTo>
                    <a:pt x="1749" y="673"/>
                    <a:pt x="1749" y="663"/>
                    <a:pt x="1754" y="653"/>
                  </a:cubicBezTo>
                  <a:cubicBezTo>
                    <a:pt x="1749" y="634"/>
                    <a:pt x="1745" y="610"/>
                    <a:pt x="1740" y="591"/>
                  </a:cubicBezTo>
                  <a:cubicBezTo>
                    <a:pt x="1740" y="586"/>
                    <a:pt x="1740" y="577"/>
                    <a:pt x="1735" y="572"/>
                  </a:cubicBezTo>
                  <a:cubicBezTo>
                    <a:pt x="1730" y="553"/>
                    <a:pt x="1725" y="529"/>
                    <a:pt x="1721" y="509"/>
                  </a:cubicBezTo>
                  <a:cubicBezTo>
                    <a:pt x="1721" y="500"/>
                    <a:pt x="1721" y="495"/>
                    <a:pt x="1721" y="490"/>
                  </a:cubicBezTo>
                  <a:cubicBezTo>
                    <a:pt x="1716" y="466"/>
                    <a:pt x="1711" y="442"/>
                    <a:pt x="1701" y="423"/>
                  </a:cubicBezTo>
                  <a:cubicBezTo>
                    <a:pt x="1701" y="418"/>
                    <a:pt x="1701" y="413"/>
                    <a:pt x="1701" y="408"/>
                  </a:cubicBezTo>
                  <a:lnTo>
                    <a:pt x="1687" y="336"/>
                  </a:lnTo>
                  <a:cubicBezTo>
                    <a:pt x="1682" y="332"/>
                    <a:pt x="1682" y="327"/>
                    <a:pt x="1687" y="322"/>
                  </a:cubicBezTo>
                  <a:cubicBezTo>
                    <a:pt x="1677" y="298"/>
                    <a:pt x="1673" y="274"/>
                    <a:pt x="1663" y="255"/>
                  </a:cubicBezTo>
                  <a:lnTo>
                    <a:pt x="1663" y="240"/>
                  </a:lnTo>
                  <a:cubicBezTo>
                    <a:pt x="1658" y="216"/>
                    <a:pt x="1649" y="192"/>
                    <a:pt x="1644" y="168"/>
                  </a:cubicBezTo>
                  <a:lnTo>
                    <a:pt x="1644" y="159"/>
                  </a:lnTo>
                  <a:cubicBezTo>
                    <a:pt x="1639" y="135"/>
                    <a:pt x="1629" y="111"/>
                    <a:pt x="1620" y="82"/>
                  </a:cubicBezTo>
                  <a:lnTo>
                    <a:pt x="1620" y="77"/>
                  </a:lnTo>
                  <a:cubicBezTo>
                    <a:pt x="1610" y="53"/>
                    <a:pt x="1600" y="24"/>
                    <a:pt x="15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8"/>
            <p:cNvSpPr/>
            <p:nvPr/>
          </p:nvSpPr>
          <p:spPr>
            <a:xfrm>
              <a:off x="7770627" y="4065963"/>
              <a:ext cx="17750" cy="15106"/>
            </a:xfrm>
            <a:custGeom>
              <a:rect b="b" l="l" r="r" t="t"/>
              <a:pathLst>
                <a:path extrusionOk="0" h="577" w="678">
                  <a:moveTo>
                    <a:pt x="385" y="1"/>
                  </a:moveTo>
                  <a:cubicBezTo>
                    <a:pt x="130" y="1"/>
                    <a:pt x="0" y="313"/>
                    <a:pt x="183" y="491"/>
                  </a:cubicBezTo>
                  <a:cubicBezTo>
                    <a:pt x="242" y="550"/>
                    <a:pt x="314" y="576"/>
                    <a:pt x="385" y="576"/>
                  </a:cubicBezTo>
                  <a:cubicBezTo>
                    <a:pt x="532" y="576"/>
                    <a:pt x="673" y="461"/>
                    <a:pt x="673" y="289"/>
                  </a:cubicBezTo>
                  <a:cubicBezTo>
                    <a:pt x="678" y="130"/>
                    <a:pt x="548" y="1"/>
                    <a:pt x="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8"/>
            <p:cNvSpPr/>
            <p:nvPr/>
          </p:nvSpPr>
          <p:spPr>
            <a:xfrm>
              <a:off x="7734027" y="4121674"/>
              <a:ext cx="15368" cy="13064"/>
            </a:xfrm>
            <a:custGeom>
              <a:rect b="b" l="l" r="r" t="t"/>
              <a:pathLst>
                <a:path extrusionOk="0" h="499" w="587">
                  <a:moveTo>
                    <a:pt x="340" y="1"/>
                  </a:moveTo>
                  <a:cubicBezTo>
                    <a:pt x="337" y="1"/>
                    <a:pt x="335" y="1"/>
                    <a:pt x="332" y="1"/>
                  </a:cubicBezTo>
                  <a:cubicBezTo>
                    <a:pt x="111" y="1"/>
                    <a:pt x="0" y="270"/>
                    <a:pt x="154" y="424"/>
                  </a:cubicBezTo>
                  <a:cubicBezTo>
                    <a:pt x="206" y="475"/>
                    <a:pt x="269" y="498"/>
                    <a:pt x="331" y="498"/>
                  </a:cubicBezTo>
                  <a:cubicBezTo>
                    <a:pt x="459" y="498"/>
                    <a:pt x="582" y="400"/>
                    <a:pt x="582" y="251"/>
                  </a:cubicBezTo>
                  <a:cubicBezTo>
                    <a:pt x="586" y="114"/>
                    <a:pt x="476" y="1"/>
                    <a:pt x="340" y="1"/>
                  </a:cubicBez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8"/>
            <p:cNvSpPr/>
            <p:nvPr/>
          </p:nvSpPr>
          <p:spPr>
            <a:xfrm>
              <a:off x="7633522" y="4056904"/>
              <a:ext cx="15368" cy="13142"/>
            </a:xfrm>
            <a:custGeom>
              <a:rect b="b" l="l" r="r" t="t"/>
              <a:pathLst>
                <a:path extrusionOk="0" h="502" w="587">
                  <a:moveTo>
                    <a:pt x="337" y="1"/>
                  </a:moveTo>
                  <a:cubicBezTo>
                    <a:pt x="116" y="1"/>
                    <a:pt x="1" y="270"/>
                    <a:pt x="159" y="428"/>
                  </a:cubicBezTo>
                  <a:cubicBezTo>
                    <a:pt x="210" y="479"/>
                    <a:pt x="273" y="502"/>
                    <a:pt x="334" y="502"/>
                  </a:cubicBezTo>
                  <a:cubicBezTo>
                    <a:pt x="463" y="502"/>
                    <a:pt x="587" y="401"/>
                    <a:pt x="587" y="251"/>
                  </a:cubicBezTo>
                  <a:cubicBezTo>
                    <a:pt x="587" y="111"/>
                    <a:pt x="477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8"/>
            <p:cNvSpPr/>
            <p:nvPr/>
          </p:nvSpPr>
          <p:spPr>
            <a:xfrm>
              <a:off x="7655304" y="4121674"/>
              <a:ext cx="15368" cy="13064"/>
            </a:xfrm>
            <a:custGeom>
              <a:rect b="b" l="l" r="r" t="t"/>
              <a:pathLst>
                <a:path extrusionOk="0" h="499" w="587">
                  <a:moveTo>
                    <a:pt x="345" y="1"/>
                  </a:moveTo>
                  <a:cubicBezTo>
                    <a:pt x="342" y="1"/>
                    <a:pt x="339" y="1"/>
                    <a:pt x="336" y="1"/>
                  </a:cubicBezTo>
                  <a:cubicBezTo>
                    <a:pt x="111" y="1"/>
                    <a:pt x="0" y="270"/>
                    <a:pt x="159" y="424"/>
                  </a:cubicBezTo>
                  <a:cubicBezTo>
                    <a:pt x="210" y="475"/>
                    <a:pt x="274" y="498"/>
                    <a:pt x="336" y="498"/>
                  </a:cubicBezTo>
                  <a:cubicBezTo>
                    <a:pt x="464" y="498"/>
                    <a:pt x="586" y="400"/>
                    <a:pt x="586" y="251"/>
                  </a:cubicBezTo>
                  <a:cubicBezTo>
                    <a:pt x="586" y="114"/>
                    <a:pt x="480" y="1"/>
                    <a:pt x="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8"/>
            <p:cNvSpPr/>
            <p:nvPr/>
          </p:nvSpPr>
          <p:spPr>
            <a:xfrm>
              <a:off x="7693527" y="4070858"/>
              <a:ext cx="18378" cy="15734"/>
            </a:xfrm>
            <a:custGeom>
              <a:rect b="b" l="l" r="r" t="t"/>
              <a:pathLst>
                <a:path extrusionOk="0" h="601" w="702">
                  <a:moveTo>
                    <a:pt x="404" y="1"/>
                  </a:moveTo>
                  <a:cubicBezTo>
                    <a:pt x="135" y="1"/>
                    <a:pt x="0" y="323"/>
                    <a:pt x="188" y="510"/>
                  </a:cubicBezTo>
                  <a:cubicBezTo>
                    <a:pt x="250" y="573"/>
                    <a:pt x="327" y="601"/>
                    <a:pt x="401" y="601"/>
                  </a:cubicBezTo>
                  <a:cubicBezTo>
                    <a:pt x="555" y="601"/>
                    <a:pt x="702" y="480"/>
                    <a:pt x="702" y="299"/>
                  </a:cubicBezTo>
                  <a:cubicBezTo>
                    <a:pt x="702" y="131"/>
                    <a:pt x="567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8"/>
            <p:cNvSpPr/>
            <p:nvPr/>
          </p:nvSpPr>
          <p:spPr>
            <a:xfrm>
              <a:off x="7552024" y="3826128"/>
              <a:ext cx="281880" cy="340733"/>
            </a:xfrm>
            <a:custGeom>
              <a:rect b="b" l="l" r="r" t="t"/>
              <a:pathLst>
                <a:path extrusionOk="0" h="13015" w="10767">
                  <a:moveTo>
                    <a:pt x="3530" y="7679"/>
                  </a:moveTo>
                  <a:cubicBezTo>
                    <a:pt x="4235" y="7679"/>
                    <a:pt x="4935" y="7865"/>
                    <a:pt x="5554" y="8225"/>
                  </a:cubicBezTo>
                  <a:cubicBezTo>
                    <a:pt x="6243" y="8618"/>
                    <a:pt x="6909" y="8749"/>
                    <a:pt x="7493" y="8749"/>
                  </a:cubicBezTo>
                  <a:cubicBezTo>
                    <a:pt x="7936" y="8749"/>
                    <a:pt x="8332" y="8674"/>
                    <a:pt x="8653" y="8580"/>
                  </a:cubicBezTo>
                  <a:cubicBezTo>
                    <a:pt x="9042" y="8465"/>
                    <a:pt x="9417" y="8297"/>
                    <a:pt x="9763" y="8081"/>
                  </a:cubicBezTo>
                  <a:lnTo>
                    <a:pt x="9763" y="8081"/>
                  </a:lnTo>
                  <a:cubicBezTo>
                    <a:pt x="10200" y="9560"/>
                    <a:pt x="9796" y="11160"/>
                    <a:pt x="8715" y="12260"/>
                  </a:cubicBezTo>
                  <a:cubicBezTo>
                    <a:pt x="8485" y="12491"/>
                    <a:pt x="8173" y="12621"/>
                    <a:pt x="7846" y="12625"/>
                  </a:cubicBezTo>
                  <a:lnTo>
                    <a:pt x="3460" y="12625"/>
                  </a:lnTo>
                  <a:cubicBezTo>
                    <a:pt x="3128" y="12625"/>
                    <a:pt x="2816" y="12491"/>
                    <a:pt x="2590" y="12260"/>
                  </a:cubicBezTo>
                  <a:cubicBezTo>
                    <a:pt x="1529" y="11189"/>
                    <a:pt x="1115" y="9637"/>
                    <a:pt x="1509" y="8182"/>
                  </a:cubicBezTo>
                  <a:cubicBezTo>
                    <a:pt x="1884" y="7989"/>
                    <a:pt x="2292" y="7850"/>
                    <a:pt x="2710" y="7764"/>
                  </a:cubicBezTo>
                  <a:cubicBezTo>
                    <a:pt x="2982" y="7707"/>
                    <a:pt x="3256" y="7679"/>
                    <a:pt x="3530" y="7679"/>
                  </a:cubicBezTo>
                  <a:close/>
                  <a:moveTo>
                    <a:pt x="3859" y="0"/>
                  </a:moveTo>
                  <a:cubicBezTo>
                    <a:pt x="3580" y="5"/>
                    <a:pt x="3354" y="231"/>
                    <a:pt x="3354" y="510"/>
                  </a:cubicBezTo>
                  <a:lnTo>
                    <a:pt x="3354" y="956"/>
                  </a:lnTo>
                  <a:cubicBezTo>
                    <a:pt x="3354" y="1235"/>
                    <a:pt x="3580" y="1461"/>
                    <a:pt x="3859" y="1466"/>
                  </a:cubicBezTo>
                  <a:lnTo>
                    <a:pt x="4128" y="1466"/>
                  </a:lnTo>
                  <a:lnTo>
                    <a:pt x="4128" y="3037"/>
                  </a:lnTo>
                  <a:cubicBezTo>
                    <a:pt x="4128" y="3161"/>
                    <a:pt x="4222" y="3224"/>
                    <a:pt x="4317" y="3224"/>
                  </a:cubicBezTo>
                  <a:cubicBezTo>
                    <a:pt x="4412" y="3224"/>
                    <a:pt x="4507" y="3161"/>
                    <a:pt x="4507" y="3037"/>
                  </a:cubicBezTo>
                  <a:lnTo>
                    <a:pt x="4507" y="1466"/>
                  </a:lnTo>
                  <a:lnTo>
                    <a:pt x="6794" y="1466"/>
                  </a:lnTo>
                  <a:lnTo>
                    <a:pt x="6794" y="4641"/>
                  </a:lnTo>
                  <a:cubicBezTo>
                    <a:pt x="6794" y="4924"/>
                    <a:pt x="6967" y="5174"/>
                    <a:pt x="7231" y="5275"/>
                  </a:cubicBezTo>
                  <a:cubicBezTo>
                    <a:pt x="8336" y="5717"/>
                    <a:pt x="9210" y="6601"/>
                    <a:pt x="9638" y="7711"/>
                  </a:cubicBezTo>
                  <a:cubicBezTo>
                    <a:pt x="9297" y="7937"/>
                    <a:pt x="8922" y="8110"/>
                    <a:pt x="8533" y="8220"/>
                  </a:cubicBezTo>
                  <a:cubicBezTo>
                    <a:pt x="8175" y="8325"/>
                    <a:pt x="7823" y="8378"/>
                    <a:pt x="7478" y="8378"/>
                  </a:cubicBezTo>
                  <a:cubicBezTo>
                    <a:pt x="6878" y="8378"/>
                    <a:pt x="6299" y="8218"/>
                    <a:pt x="5747" y="7898"/>
                  </a:cubicBezTo>
                  <a:cubicBezTo>
                    <a:pt x="5049" y="7497"/>
                    <a:pt x="4292" y="7306"/>
                    <a:pt x="3533" y="7306"/>
                  </a:cubicBezTo>
                  <a:cubicBezTo>
                    <a:pt x="2902" y="7306"/>
                    <a:pt x="2271" y="7438"/>
                    <a:pt x="1673" y="7692"/>
                  </a:cubicBezTo>
                  <a:cubicBezTo>
                    <a:pt x="2100" y="6587"/>
                    <a:pt x="2970" y="5712"/>
                    <a:pt x="4075" y="5275"/>
                  </a:cubicBezTo>
                  <a:cubicBezTo>
                    <a:pt x="4334" y="5174"/>
                    <a:pt x="4507" y="4920"/>
                    <a:pt x="4512" y="4641"/>
                  </a:cubicBezTo>
                  <a:lnTo>
                    <a:pt x="4512" y="3993"/>
                  </a:lnTo>
                  <a:cubicBezTo>
                    <a:pt x="4510" y="3868"/>
                    <a:pt x="4415" y="3805"/>
                    <a:pt x="4320" y="3805"/>
                  </a:cubicBezTo>
                  <a:cubicBezTo>
                    <a:pt x="4226" y="3805"/>
                    <a:pt x="4132" y="3868"/>
                    <a:pt x="4132" y="3993"/>
                  </a:cubicBezTo>
                  <a:lnTo>
                    <a:pt x="4132" y="4641"/>
                  </a:lnTo>
                  <a:cubicBezTo>
                    <a:pt x="4132" y="4766"/>
                    <a:pt x="4056" y="4876"/>
                    <a:pt x="3935" y="4924"/>
                  </a:cubicBezTo>
                  <a:cubicBezTo>
                    <a:pt x="827" y="6154"/>
                    <a:pt x="1" y="10166"/>
                    <a:pt x="2321" y="12534"/>
                  </a:cubicBezTo>
                  <a:cubicBezTo>
                    <a:pt x="2619" y="12837"/>
                    <a:pt x="3032" y="13010"/>
                    <a:pt x="3460" y="13014"/>
                  </a:cubicBezTo>
                  <a:lnTo>
                    <a:pt x="7846" y="13014"/>
                  </a:lnTo>
                  <a:cubicBezTo>
                    <a:pt x="8278" y="13014"/>
                    <a:pt x="8687" y="12837"/>
                    <a:pt x="8989" y="12534"/>
                  </a:cubicBezTo>
                  <a:cubicBezTo>
                    <a:pt x="10570" y="10920"/>
                    <a:pt x="10767" y="8407"/>
                    <a:pt x="9460" y="6567"/>
                  </a:cubicBezTo>
                  <a:cubicBezTo>
                    <a:pt x="8936" y="5828"/>
                    <a:pt x="8211" y="5256"/>
                    <a:pt x="7370" y="4920"/>
                  </a:cubicBezTo>
                  <a:cubicBezTo>
                    <a:pt x="7255" y="4876"/>
                    <a:pt x="7173" y="4766"/>
                    <a:pt x="7173" y="4641"/>
                  </a:cubicBezTo>
                  <a:lnTo>
                    <a:pt x="7173" y="1466"/>
                  </a:lnTo>
                  <a:lnTo>
                    <a:pt x="7447" y="1466"/>
                  </a:lnTo>
                  <a:cubicBezTo>
                    <a:pt x="7726" y="1461"/>
                    <a:pt x="7952" y="1235"/>
                    <a:pt x="7952" y="956"/>
                  </a:cubicBezTo>
                  <a:lnTo>
                    <a:pt x="7952" y="510"/>
                  </a:lnTo>
                  <a:cubicBezTo>
                    <a:pt x="7952" y="231"/>
                    <a:pt x="7726" y="5"/>
                    <a:pt x="7447" y="0"/>
                  </a:cubicBezTo>
                  <a:lnTo>
                    <a:pt x="6438" y="0"/>
                  </a:lnTo>
                  <a:cubicBezTo>
                    <a:pt x="6189" y="0"/>
                    <a:pt x="6189" y="380"/>
                    <a:pt x="6438" y="380"/>
                  </a:cubicBezTo>
                  <a:lnTo>
                    <a:pt x="7447" y="380"/>
                  </a:lnTo>
                  <a:cubicBezTo>
                    <a:pt x="7514" y="380"/>
                    <a:pt x="7572" y="438"/>
                    <a:pt x="7572" y="505"/>
                  </a:cubicBezTo>
                  <a:lnTo>
                    <a:pt x="7572" y="952"/>
                  </a:lnTo>
                  <a:cubicBezTo>
                    <a:pt x="7572" y="1021"/>
                    <a:pt x="7519" y="1077"/>
                    <a:pt x="7455" y="1077"/>
                  </a:cubicBezTo>
                  <a:cubicBezTo>
                    <a:pt x="7452" y="1077"/>
                    <a:pt x="7450" y="1077"/>
                    <a:pt x="7447" y="1076"/>
                  </a:cubicBezTo>
                  <a:lnTo>
                    <a:pt x="3859" y="1076"/>
                  </a:lnTo>
                  <a:cubicBezTo>
                    <a:pt x="3856" y="1077"/>
                    <a:pt x="3853" y="1077"/>
                    <a:pt x="3851" y="1077"/>
                  </a:cubicBezTo>
                  <a:cubicBezTo>
                    <a:pt x="3787" y="1077"/>
                    <a:pt x="3734" y="1021"/>
                    <a:pt x="3734" y="952"/>
                  </a:cubicBezTo>
                  <a:lnTo>
                    <a:pt x="3734" y="505"/>
                  </a:lnTo>
                  <a:cubicBezTo>
                    <a:pt x="3734" y="438"/>
                    <a:pt x="3791" y="380"/>
                    <a:pt x="3859" y="380"/>
                  </a:cubicBezTo>
                  <a:lnTo>
                    <a:pt x="5506" y="380"/>
                  </a:lnTo>
                  <a:cubicBezTo>
                    <a:pt x="5761" y="380"/>
                    <a:pt x="5761" y="5"/>
                    <a:pt x="55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7" name="Google Shape;357;p38"/>
          <p:cNvGrpSpPr/>
          <p:nvPr/>
        </p:nvGrpSpPr>
        <p:grpSpPr>
          <a:xfrm>
            <a:off x="7824569" y="83922"/>
            <a:ext cx="374186" cy="596558"/>
            <a:chOff x="5822573" y="3360019"/>
            <a:chExt cx="231065" cy="368405"/>
          </a:xfrm>
        </p:grpSpPr>
        <p:sp>
          <p:nvSpPr>
            <p:cNvPr id="358" name="Google Shape;358;p38"/>
            <p:cNvSpPr/>
            <p:nvPr/>
          </p:nvSpPr>
          <p:spPr>
            <a:xfrm>
              <a:off x="5828987" y="3458377"/>
              <a:ext cx="218106" cy="263004"/>
            </a:xfrm>
            <a:custGeom>
              <a:rect b="b" l="l" r="r" t="t"/>
              <a:pathLst>
                <a:path extrusionOk="0" h="10046" w="8331">
                  <a:moveTo>
                    <a:pt x="865" y="0"/>
                  </a:moveTo>
                  <a:cubicBezTo>
                    <a:pt x="389" y="0"/>
                    <a:pt x="0" y="390"/>
                    <a:pt x="0" y="865"/>
                  </a:cubicBezTo>
                  <a:lnTo>
                    <a:pt x="0" y="9181"/>
                  </a:lnTo>
                  <a:cubicBezTo>
                    <a:pt x="0" y="9656"/>
                    <a:pt x="389" y="10046"/>
                    <a:pt x="865" y="10046"/>
                  </a:cubicBezTo>
                  <a:lnTo>
                    <a:pt x="7466" y="10046"/>
                  </a:lnTo>
                  <a:cubicBezTo>
                    <a:pt x="7946" y="10046"/>
                    <a:pt x="8331" y="9656"/>
                    <a:pt x="8331" y="9176"/>
                  </a:cubicBezTo>
                  <a:lnTo>
                    <a:pt x="8331" y="865"/>
                  </a:lnTo>
                  <a:cubicBezTo>
                    <a:pt x="8331" y="390"/>
                    <a:pt x="7941" y="0"/>
                    <a:pt x="74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8"/>
            <p:cNvSpPr/>
            <p:nvPr/>
          </p:nvSpPr>
          <p:spPr>
            <a:xfrm>
              <a:off x="5987586" y="3458377"/>
              <a:ext cx="59507" cy="263004"/>
            </a:xfrm>
            <a:custGeom>
              <a:rect b="b" l="l" r="r" t="t"/>
              <a:pathLst>
                <a:path extrusionOk="0" h="10046" w="2273">
                  <a:moveTo>
                    <a:pt x="0" y="0"/>
                  </a:moveTo>
                  <a:cubicBezTo>
                    <a:pt x="476" y="0"/>
                    <a:pt x="865" y="390"/>
                    <a:pt x="865" y="865"/>
                  </a:cubicBezTo>
                  <a:lnTo>
                    <a:pt x="865" y="9176"/>
                  </a:lnTo>
                  <a:cubicBezTo>
                    <a:pt x="865" y="9656"/>
                    <a:pt x="476" y="10046"/>
                    <a:pt x="0" y="10046"/>
                  </a:cubicBezTo>
                  <a:lnTo>
                    <a:pt x="1408" y="10046"/>
                  </a:lnTo>
                  <a:cubicBezTo>
                    <a:pt x="1883" y="10046"/>
                    <a:pt x="2273" y="9656"/>
                    <a:pt x="2273" y="9176"/>
                  </a:cubicBezTo>
                  <a:lnTo>
                    <a:pt x="2273" y="865"/>
                  </a:lnTo>
                  <a:cubicBezTo>
                    <a:pt x="2273" y="390"/>
                    <a:pt x="1883" y="0"/>
                    <a:pt x="14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8"/>
            <p:cNvSpPr/>
            <p:nvPr/>
          </p:nvSpPr>
          <p:spPr>
            <a:xfrm>
              <a:off x="5878415" y="3434868"/>
              <a:ext cx="119512" cy="23667"/>
            </a:xfrm>
            <a:custGeom>
              <a:rect b="b" l="l" r="r" t="t"/>
              <a:pathLst>
                <a:path extrusionOk="0" h="904" w="4565">
                  <a:moveTo>
                    <a:pt x="0" y="0"/>
                  </a:moveTo>
                  <a:lnTo>
                    <a:pt x="0" y="903"/>
                  </a:lnTo>
                  <a:lnTo>
                    <a:pt x="4564" y="903"/>
                  </a:lnTo>
                  <a:lnTo>
                    <a:pt x="4564" y="0"/>
                  </a:lnTo>
                  <a:close/>
                </a:path>
              </a:pathLst>
            </a:custGeom>
            <a:solidFill>
              <a:srgbClr val="5166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8"/>
            <p:cNvSpPr/>
            <p:nvPr/>
          </p:nvSpPr>
          <p:spPr>
            <a:xfrm>
              <a:off x="5878415" y="3434868"/>
              <a:ext cx="119512" cy="23667"/>
            </a:xfrm>
            <a:custGeom>
              <a:rect b="b" l="l" r="r" t="t"/>
              <a:pathLst>
                <a:path extrusionOk="0" h="904" w="4565">
                  <a:moveTo>
                    <a:pt x="0" y="0"/>
                  </a:moveTo>
                  <a:lnTo>
                    <a:pt x="0" y="903"/>
                  </a:lnTo>
                  <a:lnTo>
                    <a:pt x="4564" y="903"/>
                  </a:lnTo>
                  <a:lnTo>
                    <a:pt x="45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8"/>
            <p:cNvSpPr/>
            <p:nvPr/>
          </p:nvSpPr>
          <p:spPr>
            <a:xfrm>
              <a:off x="5853518" y="3367192"/>
              <a:ext cx="169175" cy="67571"/>
            </a:xfrm>
            <a:custGeom>
              <a:rect b="b" l="l" r="r" t="t"/>
              <a:pathLst>
                <a:path extrusionOk="0" h="2581" w="6462">
                  <a:moveTo>
                    <a:pt x="0" y="1"/>
                  </a:moveTo>
                  <a:lnTo>
                    <a:pt x="0" y="2580"/>
                  </a:lnTo>
                  <a:lnTo>
                    <a:pt x="6462" y="2580"/>
                  </a:lnTo>
                  <a:lnTo>
                    <a:pt x="64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8"/>
            <p:cNvSpPr/>
            <p:nvPr/>
          </p:nvSpPr>
          <p:spPr>
            <a:xfrm>
              <a:off x="5979391" y="3367192"/>
              <a:ext cx="43171" cy="67571"/>
            </a:xfrm>
            <a:custGeom>
              <a:rect b="b" l="l" r="r" t="t"/>
              <a:pathLst>
                <a:path extrusionOk="0" h="2581" w="1649">
                  <a:moveTo>
                    <a:pt x="1" y="1"/>
                  </a:moveTo>
                  <a:lnTo>
                    <a:pt x="1" y="2580"/>
                  </a:lnTo>
                  <a:lnTo>
                    <a:pt x="1649" y="2580"/>
                  </a:lnTo>
                  <a:lnTo>
                    <a:pt x="1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8"/>
            <p:cNvSpPr/>
            <p:nvPr/>
          </p:nvSpPr>
          <p:spPr>
            <a:xfrm>
              <a:off x="5863309" y="3497621"/>
              <a:ext cx="149462" cy="184517"/>
            </a:xfrm>
            <a:custGeom>
              <a:rect b="b" l="l" r="r" t="t"/>
              <a:pathLst>
                <a:path extrusionOk="0" h="7048" w="5709">
                  <a:moveTo>
                    <a:pt x="1" y="0"/>
                  </a:moveTo>
                  <a:lnTo>
                    <a:pt x="1" y="7048"/>
                  </a:lnTo>
                  <a:lnTo>
                    <a:pt x="5708" y="7048"/>
                  </a:lnTo>
                  <a:lnTo>
                    <a:pt x="57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8"/>
            <p:cNvSpPr/>
            <p:nvPr/>
          </p:nvSpPr>
          <p:spPr>
            <a:xfrm>
              <a:off x="5883075" y="3538855"/>
              <a:ext cx="105924" cy="101919"/>
            </a:xfrm>
            <a:custGeom>
              <a:rect b="b" l="l" r="r" t="t"/>
              <a:pathLst>
                <a:path extrusionOk="0" h="3893" w="4046">
                  <a:moveTo>
                    <a:pt x="2099" y="1"/>
                  </a:moveTo>
                  <a:cubicBezTo>
                    <a:pt x="1312" y="1"/>
                    <a:pt x="605" y="477"/>
                    <a:pt x="303" y="1202"/>
                  </a:cubicBezTo>
                  <a:cubicBezTo>
                    <a:pt x="0" y="1932"/>
                    <a:pt x="168" y="2768"/>
                    <a:pt x="725" y="3325"/>
                  </a:cubicBezTo>
                  <a:cubicBezTo>
                    <a:pt x="1098" y="3695"/>
                    <a:pt x="1595" y="3892"/>
                    <a:pt x="2100" y="3892"/>
                  </a:cubicBezTo>
                  <a:cubicBezTo>
                    <a:pt x="2351" y="3892"/>
                    <a:pt x="2604" y="3844"/>
                    <a:pt x="2844" y="3743"/>
                  </a:cubicBezTo>
                  <a:cubicBezTo>
                    <a:pt x="3569" y="3445"/>
                    <a:pt x="4045" y="2734"/>
                    <a:pt x="4045" y="1947"/>
                  </a:cubicBezTo>
                  <a:cubicBezTo>
                    <a:pt x="4045" y="875"/>
                    <a:pt x="3176" y="1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8"/>
            <p:cNvSpPr/>
            <p:nvPr/>
          </p:nvSpPr>
          <p:spPr>
            <a:xfrm>
              <a:off x="5822573" y="3360019"/>
              <a:ext cx="231065" cy="368405"/>
            </a:xfrm>
            <a:custGeom>
              <a:rect b="b" l="l" r="r" t="t"/>
              <a:pathLst>
                <a:path extrusionOk="0" h="14072" w="8826">
                  <a:moveTo>
                    <a:pt x="2542" y="414"/>
                  </a:moveTo>
                  <a:lnTo>
                    <a:pt x="2542" y="2609"/>
                  </a:lnTo>
                  <a:lnTo>
                    <a:pt x="1355" y="2609"/>
                  </a:lnTo>
                  <a:lnTo>
                    <a:pt x="1355" y="414"/>
                  </a:lnTo>
                  <a:close/>
                  <a:moveTo>
                    <a:pt x="4209" y="414"/>
                  </a:moveTo>
                  <a:lnTo>
                    <a:pt x="4209" y="2609"/>
                  </a:lnTo>
                  <a:lnTo>
                    <a:pt x="2950" y="2609"/>
                  </a:lnTo>
                  <a:lnTo>
                    <a:pt x="2950" y="414"/>
                  </a:lnTo>
                  <a:close/>
                  <a:moveTo>
                    <a:pt x="5871" y="414"/>
                  </a:moveTo>
                  <a:lnTo>
                    <a:pt x="5871" y="2609"/>
                  </a:lnTo>
                  <a:lnTo>
                    <a:pt x="4617" y="2609"/>
                  </a:lnTo>
                  <a:lnTo>
                    <a:pt x="4617" y="414"/>
                  </a:lnTo>
                  <a:close/>
                  <a:moveTo>
                    <a:pt x="6510" y="3027"/>
                  </a:moveTo>
                  <a:lnTo>
                    <a:pt x="6510" y="3517"/>
                  </a:lnTo>
                  <a:lnTo>
                    <a:pt x="2316" y="3517"/>
                  </a:lnTo>
                  <a:lnTo>
                    <a:pt x="2316" y="3027"/>
                  </a:lnTo>
                  <a:close/>
                  <a:moveTo>
                    <a:pt x="7754" y="3930"/>
                  </a:moveTo>
                  <a:cubicBezTo>
                    <a:pt x="8119" y="3930"/>
                    <a:pt x="8417" y="4228"/>
                    <a:pt x="8417" y="4589"/>
                  </a:cubicBezTo>
                  <a:lnTo>
                    <a:pt x="8412" y="13005"/>
                  </a:lnTo>
                  <a:cubicBezTo>
                    <a:pt x="8412" y="13370"/>
                    <a:pt x="8114" y="13668"/>
                    <a:pt x="7754" y="13668"/>
                  </a:cubicBezTo>
                  <a:lnTo>
                    <a:pt x="1072" y="13668"/>
                  </a:lnTo>
                  <a:cubicBezTo>
                    <a:pt x="707" y="13668"/>
                    <a:pt x="413" y="13370"/>
                    <a:pt x="413" y="13005"/>
                  </a:cubicBezTo>
                  <a:lnTo>
                    <a:pt x="413" y="4589"/>
                  </a:lnTo>
                  <a:cubicBezTo>
                    <a:pt x="413" y="4228"/>
                    <a:pt x="707" y="3930"/>
                    <a:pt x="1072" y="3930"/>
                  </a:cubicBezTo>
                  <a:close/>
                  <a:moveTo>
                    <a:pt x="1148" y="1"/>
                  </a:moveTo>
                  <a:cubicBezTo>
                    <a:pt x="1033" y="1"/>
                    <a:pt x="942" y="92"/>
                    <a:pt x="942" y="207"/>
                  </a:cubicBezTo>
                  <a:lnTo>
                    <a:pt x="942" y="2816"/>
                  </a:lnTo>
                  <a:cubicBezTo>
                    <a:pt x="942" y="2931"/>
                    <a:pt x="1033" y="3022"/>
                    <a:pt x="1148" y="3022"/>
                  </a:cubicBezTo>
                  <a:lnTo>
                    <a:pt x="1903" y="3022"/>
                  </a:lnTo>
                  <a:lnTo>
                    <a:pt x="1903" y="3517"/>
                  </a:lnTo>
                  <a:lnTo>
                    <a:pt x="1072" y="3517"/>
                  </a:lnTo>
                  <a:cubicBezTo>
                    <a:pt x="481" y="3517"/>
                    <a:pt x="5" y="3998"/>
                    <a:pt x="0" y="4589"/>
                  </a:cubicBezTo>
                  <a:lnTo>
                    <a:pt x="0" y="13000"/>
                  </a:lnTo>
                  <a:cubicBezTo>
                    <a:pt x="5" y="13591"/>
                    <a:pt x="481" y="14072"/>
                    <a:pt x="1072" y="14072"/>
                  </a:cubicBezTo>
                  <a:lnTo>
                    <a:pt x="7754" y="14072"/>
                  </a:lnTo>
                  <a:cubicBezTo>
                    <a:pt x="8345" y="14072"/>
                    <a:pt x="8825" y="13591"/>
                    <a:pt x="8825" y="13000"/>
                  </a:cubicBezTo>
                  <a:lnTo>
                    <a:pt x="8825" y="4589"/>
                  </a:lnTo>
                  <a:cubicBezTo>
                    <a:pt x="8825" y="3998"/>
                    <a:pt x="8345" y="3517"/>
                    <a:pt x="7754" y="3517"/>
                  </a:cubicBezTo>
                  <a:lnTo>
                    <a:pt x="6923" y="3517"/>
                  </a:lnTo>
                  <a:lnTo>
                    <a:pt x="6923" y="3022"/>
                  </a:lnTo>
                  <a:lnTo>
                    <a:pt x="7677" y="3022"/>
                  </a:lnTo>
                  <a:cubicBezTo>
                    <a:pt x="7788" y="3022"/>
                    <a:pt x="7879" y="2931"/>
                    <a:pt x="7879" y="2821"/>
                  </a:cubicBezTo>
                  <a:lnTo>
                    <a:pt x="7879" y="1514"/>
                  </a:lnTo>
                  <a:cubicBezTo>
                    <a:pt x="7879" y="1377"/>
                    <a:pt x="7777" y="1309"/>
                    <a:pt x="7675" y="1309"/>
                  </a:cubicBezTo>
                  <a:cubicBezTo>
                    <a:pt x="7573" y="1309"/>
                    <a:pt x="7471" y="1377"/>
                    <a:pt x="7471" y="1514"/>
                  </a:cubicBezTo>
                  <a:lnTo>
                    <a:pt x="7471" y="2609"/>
                  </a:lnTo>
                  <a:lnTo>
                    <a:pt x="6289" y="2609"/>
                  </a:lnTo>
                  <a:lnTo>
                    <a:pt x="6289" y="414"/>
                  </a:lnTo>
                  <a:lnTo>
                    <a:pt x="7471" y="414"/>
                  </a:lnTo>
                  <a:lnTo>
                    <a:pt x="7471" y="659"/>
                  </a:lnTo>
                  <a:cubicBezTo>
                    <a:pt x="7471" y="796"/>
                    <a:pt x="7573" y="864"/>
                    <a:pt x="7675" y="864"/>
                  </a:cubicBezTo>
                  <a:cubicBezTo>
                    <a:pt x="7777" y="864"/>
                    <a:pt x="7879" y="796"/>
                    <a:pt x="7879" y="659"/>
                  </a:cubicBezTo>
                  <a:lnTo>
                    <a:pt x="7879" y="207"/>
                  </a:lnTo>
                  <a:cubicBezTo>
                    <a:pt x="7879" y="92"/>
                    <a:pt x="7788" y="1"/>
                    <a:pt x="7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8"/>
            <p:cNvSpPr/>
            <p:nvPr/>
          </p:nvSpPr>
          <p:spPr>
            <a:xfrm>
              <a:off x="5907213" y="3561422"/>
              <a:ext cx="61523" cy="57832"/>
            </a:xfrm>
            <a:custGeom>
              <a:rect b="b" l="l" r="r" t="t"/>
              <a:pathLst>
                <a:path extrusionOk="0" h="2209" w="2350">
                  <a:moveTo>
                    <a:pt x="1175" y="0"/>
                  </a:moveTo>
                  <a:cubicBezTo>
                    <a:pt x="1073" y="0"/>
                    <a:pt x="971" y="69"/>
                    <a:pt x="971" y="205"/>
                  </a:cubicBezTo>
                  <a:lnTo>
                    <a:pt x="971" y="902"/>
                  </a:lnTo>
                  <a:lnTo>
                    <a:pt x="274" y="902"/>
                  </a:lnTo>
                  <a:cubicBezTo>
                    <a:pt x="0" y="902"/>
                    <a:pt x="0" y="1310"/>
                    <a:pt x="274" y="1310"/>
                  </a:cubicBezTo>
                  <a:lnTo>
                    <a:pt x="971" y="1310"/>
                  </a:lnTo>
                  <a:lnTo>
                    <a:pt x="971" y="2007"/>
                  </a:lnTo>
                  <a:cubicBezTo>
                    <a:pt x="971" y="2142"/>
                    <a:pt x="1073" y="2209"/>
                    <a:pt x="1175" y="2209"/>
                  </a:cubicBezTo>
                  <a:cubicBezTo>
                    <a:pt x="1277" y="2209"/>
                    <a:pt x="1379" y="2142"/>
                    <a:pt x="1379" y="2007"/>
                  </a:cubicBezTo>
                  <a:lnTo>
                    <a:pt x="1379" y="1310"/>
                  </a:lnTo>
                  <a:lnTo>
                    <a:pt x="2076" y="1310"/>
                  </a:lnTo>
                  <a:cubicBezTo>
                    <a:pt x="2348" y="1310"/>
                    <a:pt x="2350" y="902"/>
                    <a:pt x="2081" y="902"/>
                  </a:cubicBezTo>
                  <a:cubicBezTo>
                    <a:pt x="2079" y="902"/>
                    <a:pt x="2077" y="902"/>
                    <a:pt x="2076" y="902"/>
                  </a:cubicBezTo>
                  <a:lnTo>
                    <a:pt x="1379" y="902"/>
                  </a:lnTo>
                  <a:lnTo>
                    <a:pt x="1379" y="205"/>
                  </a:lnTo>
                  <a:cubicBezTo>
                    <a:pt x="1379" y="69"/>
                    <a:pt x="1277" y="0"/>
                    <a:pt x="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8"/>
            <p:cNvSpPr/>
            <p:nvPr/>
          </p:nvSpPr>
          <p:spPr>
            <a:xfrm>
              <a:off x="5881190" y="3533540"/>
              <a:ext cx="118124" cy="113647"/>
            </a:xfrm>
            <a:custGeom>
              <a:rect b="b" l="l" r="r" t="t"/>
              <a:pathLst>
                <a:path extrusionOk="0" h="4341" w="4512">
                  <a:moveTo>
                    <a:pt x="2171" y="411"/>
                  </a:moveTo>
                  <a:cubicBezTo>
                    <a:pt x="2882" y="411"/>
                    <a:pt x="3526" y="838"/>
                    <a:pt x="3795" y="1496"/>
                  </a:cubicBezTo>
                  <a:cubicBezTo>
                    <a:pt x="4069" y="2154"/>
                    <a:pt x="3920" y="2909"/>
                    <a:pt x="3416" y="3413"/>
                  </a:cubicBezTo>
                  <a:cubicBezTo>
                    <a:pt x="3078" y="3751"/>
                    <a:pt x="2628" y="3929"/>
                    <a:pt x="2169" y="3929"/>
                  </a:cubicBezTo>
                  <a:cubicBezTo>
                    <a:pt x="1944" y="3929"/>
                    <a:pt x="1716" y="3886"/>
                    <a:pt x="1499" y="3797"/>
                  </a:cubicBezTo>
                  <a:cubicBezTo>
                    <a:pt x="841" y="3524"/>
                    <a:pt x="413" y="2880"/>
                    <a:pt x="413" y="2169"/>
                  </a:cubicBezTo>
                  <a:cubicBezTo>
                    <a:pt x="413" y="1198"/>
                    <a:pt x="1201" y="411"/>
                    <a:pt x="2171" y="411"/>
                  </a:cubicBezTo>
                  <a:close/>
                  <a:moveTo>
                    <a:pt x="2169" y="0"/>
                  </a:moveTo>
                  <a:cubicBezTo>
                    <a:pt x="1890" y="0"/>
                    <a:pt x="1609" y="54"/>
                    <a:pt x="1340" y="166"/>
                  </a:cubicBezTo>
                  <a:cubicBezTo>
                    <a:pt x="528" y="502"/>
                    <a:pt x="0" y="1290"/>
                    <a:pt x="0" y="2169"/>
                  </a:cubicBezTo>
                  <a:cubicBezTo>
                    <a:pt x="5" y="3365"/>
                    <a:pt x="975" y="4340"/>
                    <a:pt x="2171" y="4340"/>
                  </a:cubicBezTo>
                  <a:cubicBezTo>
                    <a:pt x="3051" y="4340"/>
                    <a:pt x="3838" y="3812"/>
                    <a:pt x="4175" y="3000"/>
                  </a:cubicBezTo>
                  <a:cubicBezTo>
                    <a:pt x="4511" y="2188"/>
                    <a:pt x="4324" y="1256"/>
                    <a:pt x="3704" y="636"/>
                  </a:cubicBezTo>
                  <a:cubicBezTo>
                    <a:pt x="3289" y="222"/>
                    <a:pt x="2734" y="0"/>
                    <a:pt x="2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8"/>
            <p:cNvSpPr/>
            <p:nvPr/>
          </p:nvSpPr>
          <p:spPr>
            <a:xfrm>
              <a:off x="5857288" y="3491704"/>
              <a:ext cx="161766" cy="197109"/>
            </a:xfrm>
            <a:custGeom>
              <a:rect b="b" l="l" r="r" t="t"/>
              <a:pathLst>
                <a:path extrusionOk="0" h="7529" w="6179">
                  <a:moveTo>
                    <a:pt x="5975" y="0"/>
                  </a:moveTo>
                  <a:cubicBezTo>
                    <a:pt x="5972" y="0"/>
                    <a:pt x="5970" y="0"/>
                    <a:pt x="5967" y="0"/>
                  </a:cubicBezTo>
                  <a:lnTo>
                    <a:pt x="2186" y="0"/>
                  </a:lnTo>
                  <a:cubicBezTo>
                    <a:pt x="1912" y="0"/>
                    <a:pt x="1912" y="414"/>
                    <a:pt x="2186" y="414"/>
                  </a:cubicBezTo>
                  <a:lnTo>
                    <a:pt x="5760" y="414"/>
                  </a:lnTo>
                  <a:lnTo>
                    <a:pt x="5760" y="7120"/>
                  </a:lnTo>
                  <a:lnTo>
                    <a:pt x="413" y="7120"/>
                  </a:lnTo>
                  <a:lnTo>
                    <a:pt x="413" y="414"/>
                  </a:lnTo>
                  <a:lnTo>
                    <a:pt x="1120" y="414"/>
                  </a:lnTo>
                  <a:cubicBezTo>
                    <a:pt x="1393" y="414"/>
                    <a:pt x="1393" y="0"/>
                    <a:pt x="1120" y="0"/>
                  </a:cubicBezTo>
                  <a:lnTo>
                    <a:pt x="207" y="0"/>
                  </a:lnTo>
                  <a:cubicBezTo>
                    <a:pt x="92" y="0"/>
                    <a:pt x="0" y="92"/>
                    <a:pt x="0" y="207"/>
                  </a:cubicBezTo>
                  <a:lnTo>
                    <a:pt x="0" y="7327"/>
                  </a:lnTo>
                  <a:cubicBezTo>
                    <a:pt x="0" y="7437"/>
                    <a:pt x="92" y="7528"/>
                    <a:pt x="207" y="7528"/>
                  </a:cubicBezTo>
                  <a:lnTo>
                    <a:pt x="5972" y="7528"/>
                  </a:lnTo>
                  <a:cubicBezTo>
                    <a:pt x="6082" y="7528"/>
                    <a:pt x="6173" y="7437"/>
                    <a:pt x="6173" y="7327"/>
                  </a:cubicBezTo>
                  <a:lnTo>
                    <a:pt x="6173" y="207"/>
                  </a:lnTo>
                  <a:cubicBezTo>
                    <a:pt x="6178" y="95"/>
                    <a:pt x="6087" y="0"/>
                    <a:pt x="5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"/>
          <p:cNvSpPr txBox="1"/>
          <p:nvPr>
            <p:ph type="title"/>
          </p:nvPr>
        </p:nvSpPr>
        <p:spPr>
          <a:xfrm>
            <a:off x="300800" y="-105264"/>
            <a:ext cx="8587500" cy="4692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Agent 5 - CrewAI Orchestrator :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-</a:t>
            </a:r>
            <a:r>
              <a:rPr b="1" lang="en" sz="1700">
                <a:solidFill>
                  <a:srgbClr val="0000FF"/>
                </a:solidFill>
                <a:latin typeface="Catamaran"/>
                <a:ea typeface="Catamaran"/>
                <a:cs typeface="Catamaran"/>
                <a:sym typeface="Catamaran"/>
              </a:rPr>
              <a:t>Role</a:t>
            </a:r>
            <a:r>
              <a:rPr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: Multi-Agent Coordinator &amp; Consensus Builder</a:t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-</a:t>
            </a:r>
            <a:r>
              <a:rPr b="1" lang="en" sz="1700">
                <a:solidFill>
                  <a:srgbClr val="0000FF"/>
                </a:solidFill>
                <a:latin typeface="Catamaran"/>
                <a:ea typeface="Catamaran"/>
                <a:cs typeface="Catamaran"/>
                <a:sym typeface="Catamaran"/>
              </a:rPr>
              <a:t>Responsibilities</a:t>
            </a:r>
            <a:r>
              <a:rPr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:</a:t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tamaran"/>
              <a:buChar char="➔"/>
            </a:pPr>
            <a:r>
              <a:rPr b="1"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Orchestration</a:t>
            </a:r>
            <a:r>
              <a:rPr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: Coordinate execution of all agents</a:t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tamaran"/>
              <a:buChar char="➔"/>
            </a:pPr>
            <a:r>
              <a:rPr b="1"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Task Distribution</a:t>
            </a:r>
            <a:r>
              <a:rPr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: Assign tasks to specialized agents</a:t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tamaran"/>
              <a:buChar char="➔"/>
            </a:pPr>
            <a:r>
              <a:rPr b="1"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Result Aggregation</a:t>
            </a:r>
            <a:r>
              <a:rPr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: Collect predictions from all agents</a:t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tamaran"/>
              <a:buChar char="➔"/>
            </a:pPr>
            <a:r>
              <a:rPr b="1"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Consensus Building</a:t>
            </a:r>
            <a:r>
              <a:rPr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: Combine opinions into final decision</a:t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tamaran"/>
              <a:buChar char="➔"/>
            </a:pPr>
            <a:r>
              <a:rPr b="1"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Conflict Resolution</a:t>
            </a:r>
            <a:r>
              <a:rPr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: Handle disagreements between agents</a:t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tamaran"/>
              <a:buChar char="➔"/>
            </a:pPr>
            <a:r>
              <a:rPr b="1"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Report Generation</a:t>
            </a:r>
            <a:r>
              <a:rPr lang="en" sz="17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: Create comprehensive diagnostic report</a:t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0"/>
          <p:cNvSpPr txBox="1"/>
          <p:nvPr>
            <p:ph type="title"/>
          </p:nvPr>
        </p:nvSpPr>
        <p:spPr>
          <a:xfrm>
            <a:off x="1158038" y="2618549"/>
            <a:ext cx="7053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Neo4j Scenarios</a:t>
            </a:r>
            <a:endParaRPr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80" name="Google Shape;380;p40"/>
          <p:cNvSpPr txBox="1"/>
          <p:nvPr>
            <p:ph idx="2" type="title"/>
          </p:nvPr>
        </p:nvSpPr>
        <p:spPr>
          <a:xfrm>
            <a:off x="2996550" y="1291475"/>
            <a:ext cx="3150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41" title="Capture d'écran 2025-12-09 0953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0121" y="152400"/>
            <a:ext cx="536365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1"/>
          <p:cNvSpPr txBox="1"/>
          <p:nvPr/>
        </p:nvSpPr>
        <p:spPr>
          <a:xfrm>
            <a:off x="0" y="1955125"/>
            <a:ext cx="310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Display all nodes and relationships</a:t>
            </a:r>
            <a:endParaRPr b="1"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387" name="Google Shape;387;p41"/>
          <p:cNvCxnSpPr/>
          <p:nvPr/>
        </p:nvCxnSpPr>
        <p:spPr>
          <a:xfrm>
            <a:off x="5293900" y="330875"/>
            <a:ext cx="451200" cy="135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8" name="Google Shape;388;p41"/>
          <p:cNvSpPr txBox="1"/>
          <p:nvPr/>
        </p:nvSpPr>
        <p:spPr>
          <a:xfrm>
            <a:off x="3519171" y="107282"/>
            <a:ext cx="203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Catamaran"/>
                <a:ea typeface="Catamaran"/>
                <a:cs typeface="Catamaran"/>
                <a:sym typeface="Catamaran"/>
              </a:rPr>
              <a:t>RadiographicFeature</a:t>
            </a:r>
            <a:endParaRPr b="1">
              <a:solidFill>
                <a:srgbClr val="4A86E8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89" name="Google Shape;389;p41"/>
          <p:cNvSpPr txBox="1"/>
          <p:nvPr/>
        </p:nvSpPr>
        <p:spPr>
          <a:xfrm>
            <a:off x="5143500" y="1819825"/>
            <a:ext cx="102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Catamaran"/>
                <a:ea typeface="Catamaran"/>
                <a:cs typeface="Catamaran"/>
                <a:sym typeface="Catamaran"/>
              </a:rPr>
              <a:t>Symptom</a:t>
            </a:r>
            <a:endParaRPr>
              <a:solidFill>
                <a:srgbClr val="4A86E8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390" name="Google Shape;390;p41"/>
          <p:cNvCxnSpPr/>
          <p:nvPr/>
        </p:nvCxnSpPr>
        <p:spPr>
          <a:xfrm>
            <a:off x="5867400" y="2220025"/>
            <a:ext cx="451200" cy="135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1" name="Google Shape;391;p41"/>
          <p:cNvSpPr txBox="1"/>
          <p:nvPr/>
        </p:nvSpPr>
        <p:spPr>
          <a:xfrm>
            <a:off x="3580475" y="1705320"/>
            <a:ext cx="96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Catamaran"/>
                <a:ea typeface="Catamaran"/>
                <a:cs typeface="Catamaran"/>
                <a:sym typeface="Catamaran"/>
              </a:rPr>
              <a:t>Diagnosis</a:t>
            </a:r>
            <a:endParaRPr>
              <a:solidFill>
                <a:srgbClr val="4A86E8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392" name="Google Shape;392;p41"/>
          <p:cNvCxnSpPr/>
          <p:nvPr/>
        </p:nvCxnSpPr>
        <p:spPr>
          <a:xfrm>
            <a:off x="4346400" y="2087575"/>
            <a:ext cx="451200" cy="135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41"/>
          <p:cNvSpPr txBox="1"/>
          <p:nvPr/>
        </p:nvSpPr>
        <p:spPr>
          <a:xfrm>
            <a:off x="5745100" y="3861325"/>
            <a:ext cx="14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Catamaran"/>
                <a:ea typeface="Catamaran"/>
                <a:cs typeface="Catamaran"/>
                <a:sym typeface="Catamaran"/>
              </a:rPr>
              <a:t>XRay</a:t>
            </a:r>
            <a:endParaRPr>
              <a:solidFill>
                <a:srgbClr val="4A86E8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394" name="Google Shape;394;p41"/>
          <p:cNvCxnSpPr/>
          <p:nvPr/>
        </p:nvCxnSpPr>
        <p:spPr>
          <a:xfrm rot="10800000">
            <a:off x="5867400" y="3504325"/>
            <a:ext cx="152400" cy="357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41"/>
          <p:cNvSpPr txBox="1"/>
          <p:nvPr/>
        </p:nvSpPr>
        <p:spPr>
          <a:xfrm>
            <a:off x="3039030" y="2659053"/>
            <a:ext cx="163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Catamaran"/>
                <a:ea typeface="Catamaran"/>
                <a:cs typeface="Catamaran"/>
                <a:sym typeface="Catamaran"/>
              </a:rPr>
              <a:t>XAIExplanation</a:t>
            </a:r>
            <a:endParaRPr>
              <a:solidFill>
                <a:srgbClr val="4A86E8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396" name="Google Shape;396;p41"/>
          <p:cNvCxnSpPr/>
          <p:nvPr/>
        </p:nvCxnSpPr>
        <p:spPr>
          <a:xfrm>
            <a:off x="3836075" y="3122350"/>
            <a:ext cx="451200" cy="135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/>
        </p:nvSpPr>
        <p:spPr>
          <a:xfrm>
            <a:off x="1082825" y="4211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FFFFFE"/>
                </a:highlight>
                <a:latin typeface="Catamaran"/>
                <a:ea typeface="Catamaran"/>
                <a:cs typeface="Catamaran"/>
                <a:sym typeface="Catamaran"/>
              </a:rPr>
              <a:t>Graph centered on a patient</a:t>
            </a:r>
            <a:endParaRPr b="1">
              <a:highlight>
                <a:srgbClr val="FFFFFE"/>
              </a:highlight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402" name="Google Shape;402;p42" title="Capture d'écran 2025-12-09 1004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650" y="821300"/>
            <a:ext cx="4748700" cy="40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2" title="Capture d'écran 2025-12-09 1005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275" y="883450"/>
            <a:ext cx="1892850" cy="26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2" title="Capture d'écran 2025-12-09 10060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3575" y="3133713"/>
            <a:ext cx="2543175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/>
          <p:cNvSpPr txBox="1"/>
          <p:nvPr>
            <p:ph type="title"/>
          </p:nvPr>
        </p:nvSpPr>
        <p:spPr>
          <a:xfrm>
            <a:off x="1158038" y="2618549"/>
            <a:ext cx="7053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RAG VS GraphRAG VS Agentic GraphRAG</a:t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10" name="Google Shape;410;p43"/>
          <p:cNvSpPr txBox="1"/>
          <p:nvPr>
            <p:ph idx="2" type="title"/>
          </p:nvPr>
        </p:nvSpPr>
        <p:spPr>
          <a:xfrm>
            <a:off x="2996550" y="1291475"/>
            <a:ext cx="3150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5" name="Google Shape;415;p44"/>
          <p:cNvGraphicFramePr/>
          <p:nvPr/>
        </p:nvGraphicFramePr>
        <p:xfrm>
          <a:off x="0" y="906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{FEF9F88C-24EA-4503-BEFD-2516B55A8130}</a:tableStyleId>
              </a:tblPr>
              <a:tblGrid>
                <a:gridCol w="2476475"/>
                <a:gridCol w="1762125"/>
                <a:gridCol w="1905025"/>
                <a:gridCol w="3000375"/>
              </a:tblGrid>
              <a:tr h="455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FF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Feature</a:t>
                      </a:r>
                      <a:endParaRPr b="1" sz="1300">
                        <a:solidFill>
                          <a:srgbClr val="0000FF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FF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RAG</a:t>
                      </a:r>
                      <a:endParaRPr b="1" sz="1300">
                        <a:solidFill>
                          <a:srgbClr val="0000FF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FF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GraphRAG</a:t>
                      </a:r>
                      <a:endParaRPr b="1" sz="1300">
                        <a:solidFill>
                          <a:srgbClr val="0000FF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FF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Agentic GraphRAG (Ours)</a:t>
                      </a:r>
                      <a:endParaRPr b="1" sz="1300">
                        <a:solidFill>
                          <a:srgbClr val="0000FF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8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Data Structure</a:t>
                      </a:r>
                      <a:endParaRPr b="1" sz="13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Vector DB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Knowledge Graph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Knowledge Graph + Agents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8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Retrieval</a:t>
                      </a:r>
                      <a:endParaRPr b="1" sz="13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Similarity search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Graph traversal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Agent-driven queries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8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Reasoning</a:t>
                      </a:r>
                      <a:endParaRPr b="1" sz="13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None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Path-based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Multi-agent consensus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Relationships</a:t>
                      </a:r>
                      <a:endParaRPr b="1" sz="13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No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Yes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Yes + contextual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8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Coordination</a:t>
                      </a:r>
                      <a:endParaRPr b="1" sz="13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None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Manual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Automated (Agent 5)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Case-Based Reasoning</a:t>
                      </a:r>
                      <a:endParaRPr b="1" sz="13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Limited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Good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Excellent</a:t>
                      </a:r>
                      <a:endParaRPr sz="1600"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857238" y="392699"/>
            <a:ext cx="7053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Demo:</a:t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21" name="Google Shape;421;p45" title="Design sans titr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2725" y="925950"/>
            <a:ext cx="4885825" cy="36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type="title"/>
          </p:nvPr>
        </p:nvSpPr>
        <p:spPr>
          <a:xfrm>
            <a:off x="962538" y="392699"/>
            <a:ext cx="7053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Conclusion &amp; Perspectives</a:t>
            </a:r>
            <a:endParaRPr sz="2700"/>
          </a:p>
        </p:txBody>
      </p:sp>
      <p:sp>
        <p:nvSpPr>
          <p:cNvPr id="427" name="Google Shape;427;p46"/>
          <p:cNvSpPr txBox="1"/>
          <p:nvPr/>
        </p:nvSpPr>
        <p:spPr>
          <a:xfrm>
            <a:off x="962550" y="1439400"/>
            <a:ext cx="7790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tamaran"/>
              <a:buChar char="●"/>
            </a:pPr>
            <a:r>
              <a:rPr lang="en" sz="1800">
                <a:latin typeface="Catamaran"/>
                <a:ea typeface="Catamaran"/>
                <a:cs typeface="Catamaran"/>
                <a:sym typeface="Catamaran"/>
              </a:rPr>
              <a:t>A multi-agent system that enhances diagnostic accuracy</a:t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tamaran"/>
              <a:buChar char="●"/>
            </a:pPr>
            <a:r>
              <a:rPr lang="en" sz="1800">
                <a:latin typeface="Catamaran"/>
                <a:ea typeface="Catamaran"/>
                <a:cs typeface="Catamaran"/>
                <a:sym typeface="Catamaran"/>
              </a:rPr>
              <a:t>Transparent decisions thanks to integrated XAI</a:t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tamaran"/>
              <a:buChar char="●"/>
            </a:pPr>
            <a:r>
              <a:rPr lang="en" sz="1800">
                <a:latin typeface="Catamaran"/>
                <a:ea typeface="Catamaran"/>
                <a:cs typeface="Catamaran"/>
                <a:sym typeface="Catamaran"/>
              </a:rPr>
              <a:t>Knowledge graph adds context and improves reasoning</a:t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tamaran"/>
              <a:buChar char="●"/>
            </a:pPr>
            <a:r>
              <a:rPr lang="en" sz="1800">
                <a:latin typeface="Catamaran"/>
                <a:ea typeface="Catamaran"/>
                <a:cs typeface="Catamaran"/>
                <a:sym typeface="Catamaran"/>
              </a:rPr>
              <a:t>Final consensus ensures reliable and consistent outputs</a:t>
            </a:r>
            <a:endParaRPr sz="18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28" name="Google Shape;428;p46"/>
          <p:cNvSpPr/>
          <p:nvPr/>
        </p:nvSpPr>
        <p:spPr>
          <a:xfrm>
            <a:off x="1669400" y="3654600"/>
            <a:ext cx="6421800" cy="12117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Future work: </a:t>
            </a:r>
            <a:r>
              <a:rPr lang="en">
                <a:latin typeface="Catamaran"/>
                <a:ea typeface="Catamaran"/>
                <a:cs typeface="Catamaran"/>
                <a:sym typeface="Catamaran"/>
              </a:rPr>
              <a:t>Integrate more advanced models</a:t>
            </a:r>
            <a:br>
              <a:rPr lang="en">
                <a:latin typeface="Catamaran"/>
                <a:ea typeface="Catamaran"/>
                <a:cs typeface="Catamaran"/>
                <a:sym typeface="Catamaran"/>
              </a:rPr>
            </a:b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tamaran"/>
                <a:ea typeface="Catamaran"/>
                <a:cs typeface="Catamaran"/>
                <a:sym typeface="Catamaran"/>
              </a:rPr>
              <a:t>Expand and enrich the medical knowledge graph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29" name="Google Shape;429;p46"/>
          <p:cNvSpPr/>
          <p:nvPr/>
        </p:nvSpPr>
        <p:spPr>
          <a:xfrm>
            <a:off x="4135850" y="4105772"/>
            <a:ext cx="406200" cy="3159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subTitle"/>
          </p:nvPr>
        </p:nvSpPr>
        <p:spPr>
          <a:xfrm>
            <a:off x="1382950" y="1486059"/>
            <a:ext cx="6227700" cy="15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700"/>
              <a:t>THANK YOU !</a:t>
            </a:r>
            <a:endParaRPr b="1" sz="3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spiratory System Issues Breakthrough by Slidesgo">
  <a:themeElements>
    <a:clrScheme name="Simple Light">
      <a:dk1>
        <a:srgbClr val="174650"/>
      </a:dk1>
      <a:lt1>
        <a:srgbClr val="4C213D"/>
      </a:lt1>
      <a:dk2>
        <a:srgbClr val="FCFEFF"/>
      </a:dk2>
      <a:lt2>
        <a:srgbClr val="66AFBF"/>
      </a:lt2>
      <a:accent1>
        <a:srgbClr val="DECCD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72C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